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128016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0" b="1" dirty="0">
                <a:solidFill>
                  <a:srgbClr val="1E1E1E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道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F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관광데이터 활용 공모전  ·  생성형 AI 활용 관광 프롬프톤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도반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2788920" y="1847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道伴</a:t>
            </a:r>
            <a:pPr indent="0" marL="0">
              <a:buNone/>
            </a:pPr>
            <a:r>
              <a:rPr lang="en-US" sz="1800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Doban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2670048"/>
            <a:ext cx="73152" cy="841248"/>
          </a:xfrm>
          <a:prstGeom prst="rect">
            <a:avLst/>
          </a:prstGeom>
          <a:solidFill>
            <a:srgbClr val="D93A3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51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‘같은 길을 함께 걷는 동반자’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데이터를 길잡이 삼아, 창업의 길을 함께 살피는 동반자가 됩니다.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관광 데이터 기반 지역 창업 분석 챗봇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22960" y="44439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지역과 업종을 입력하면, 흩어진 공공 관광 데이터를 한 편의 미니 컨설팅 리포트로 정리합니다.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486400"/>
            <a:ext cx="6766560" cy="0"/>
          </a:xfrm>
          <a:prstGeom prst="line">
            <a:avLst/>
          </a:prstGeom>
          <a:noFill/>
          <a:ln w="12700">
            <a:solidFill>
              <a:srgbClr val="3434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제출일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2026. 06. 09.</a:t>
            </a:r>
            <a:pPr indent="0" marL="0">
              <a:buNone/>
            </a:pPr>
            <a:r>
              <a:rPr lang="en-US" sz="1300" b="1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팀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전민정 · 안중현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팀 소개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" cy="1691640"/>
          </a:xfrm>
          <a:prstGeom prst="rect">
            <a:avLst/>
          </a:prstGeom>
          <a:solidFill>
            <a:srgbClr val="15816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8745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참여 계기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350008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데이터를 단순 여행 추천이 아니라, 지역 창업과 소상공인의 의사결정에 연결해보고자 참여했습니다.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54864" cy="1691640"/>
          </a:xfrm>
          <a:prstGeom prst="rect">
            <a:avLst/>
          </a:prstGeom>
          <a:solidFill>
            <a:srgbClr val="15816B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37947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팀 운영 방식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4270248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기획부터 OpenAPI 활용 구조, 프롬프트 설계, 엔노이아 구현까지 두 사람이 함께 진행했습니다.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1874520"/>
            <a:ext cx="5562295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286000"/>
            <a:ext cx="868680" cy="868680"/>
          </a:xfrm>
          <a:prstGeom prst="ellipse">
            <a:avLst/>
          </a:prstGeom>
          <a:solidFill>
            <a:srgbClr val="161616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52360" y="2203704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전민정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52360" y="2624328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1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기획 · 개발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2935224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OpenAPI 활용 구조 정리, 서비스 기획 및 엔노이아 구현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794760"/>
            <a:ext cx="5562295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4206240"/>
            <a:ext cx="868680" cy="868680"/>
          </a:xfrm>
          <a:prstGeom prst="ellipse">
            <a:avLst/>
          </a:prstGeom>
          <a:solidFill>
            <a:srgbClr val="161616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206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52360" y="4123944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안중현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52360" y="4544568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1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기획 · 개발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52360" y="4855464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설계, 데이터 흐름 정리, 서비스 기획 및 엔노이아 구현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서비스 소개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11535" cy="13258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27632"/>
            <a:ext cx="73152" cy="1325880"/>
          </a:xfrm>
          <a:prstGeom prst="rect">
            <a:avLst/>
          </a:prstGeom>
          <a:solidFill>
            <a:srgbClr val="D93A3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10512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C0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도반(Doban) · 관광 데이터 기반 지역 창업 분석 챗봇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49424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지역명·관광지명·관심 업종을 입력하면 한국관광공사 OpenAPI를 호출해, 지역 관광 흐름과 창업 기회를 미니 컨설팅 리포트로 제공합니다.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주제 선정 이유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522716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504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예비창업자와 소상공인은 방문자 규모, 소비 가능성, 관광 동선, 자원 수요를 한 번에 파악하기 어렵습니다. 도반은 흩어진 공공 관광 데이터를 한 번의 질문으로 연결합니다.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4448" y="3310128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타겟 사용자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24448" y="3703320"/>
            <a:ext cx="522716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4448" y="4005072"/>
            <a:ext cx="118872" cy="118872"/>
          </a:xfrm>
          <a:prstGeom prst="rect">
            <a:avLst/>
          </a:prstGeom>
          <a:solidFill>
            <a:srgbClr val="9FD8C6"/>
          </a:solidFill>
          <a:ln/>
        </p:spPr>
      </p:sp>
      <p:sp>
        <p:nvSpPr>
          <p:cNvPr id="14" name="Text 12"/>
          <p:cNvSpPr/>
          <p:nvPr/>
        </p:nvSpPr>
        <p:spPr>
          <a:xfrm>
            <a:off x="6617056" y="388620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예비창업자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24448" y="4480560"/>
            <a:ext cx="118872" cy="118872"/>
          </a:xfrm>
          <a:prstGeom prst="rect">
            <a:avLst/>
          </a:prstGeom>
          <a:solidFill>
            <a:srgbClr val="9FD8C6"/>
          </a:solidFill>
          <a:ln/>
        </p:spPr>
      </p:sp>
      <p:sp>
        <p:nvSpPr>
          <p:cNvPr id="16" name="Text 14"/>
          <p:cNvSpPr/>
          <p:nvPr/>
        </p:nvSpPr>
        <p:spPr>
          <a:xfrm>
            <a:off x="6617056" y="436168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상권의 기존 소상공인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24448" y="4956048"/>
            <a:ext cx="118872" cy="118872"/>
          </a:xfrm>
          <a:prstGeom prst="rect">
            <a:avLst/>
          </a:prstGeom>
          <a:solidFill>
            <a:srgbClr val="9FD8C6"/>
          </a:solidFill>
          <a:ln/>
        </p:spPr>
      </p:sp>
      <p:sp>
        <p:nvSpPr>
          <p:cNvPr id="18" name="Text 16"/>
          <p:cNvSpPr/>
          <p:nvPr/>
        </p:nvSpPr>
        <p:spPr>
          <a:xfrm>
            <a:off x="6617056" y="4837176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창업자 및 로컬 크리에이터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4448" y="5431536"/>
            <a:ext cx="118872" cy="118872"/>
          </a:xfrm>
          <a:prstGeom prst="rect">
            <a:avLst/>
          </a:prstGeom>
          <a:solidFill>
            <a:srgbClr val="9FD8C6"/>
          </a:solidFill>
          <a:ln/>
        </p:spPr>
      </p:sp>
      <p:sp>
        <p:nvSpPr>
          <p:cNvPr id="20" name="Text 18"/>
          <p:cNvSpPr/>
          <p:nvPr/>
        </p:nvSpPr>
        <p:spPr>
          <a:xfrm>
            <a:off x="6617056" y="5312664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지자체·관광 유관기관 담당자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VALUE &amp;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한 줄 요약과 핵심 기능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11535" cy="1188720"/>
          </a:xfrm>
          <a:prstGeom prst="rect">
            <a:avLst/>
          </a:prstGeom>
          <a:solidFill>
            <a:srgbClr val="EAF5F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우리는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D93A32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관광 상권 창업 판단의 어려움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을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OpenAPI 기반 미니 컨설팅 리포트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로 해결합니다.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3423818" cy="29718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154680"/>
            <a:ext cx="3423818" cy="64008"/>
          </a:xfrm>
          <a:prstGeom prst="rect">
            <a:avLst/>
          </a:prstGeom>
          <a:solidFill>
            <a:srgbClr val="15816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01</a:t>
            </a:r>
            <a:endParaRPr lang="en-US" sz="4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218" y="35204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429768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지역 확인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05840" y="4800600"/>
            <a:ext cx="457200" cy="0"/>
          </a:xfrm>
          <a:prstGeom prst="line">
            <a:avLst/>
          </a:prstGeom>
          <a:noFill/>
          <a:ln w="25400">
            <a:solidFill>
              <a:srgbClr val="D93A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4937760"/>
            <a:ext cx="2738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지역명과 관광지명을 구분하고, 분석 가능한 행정구역 코드로 변환합니다.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3938" y="3154680"/>
            <a:ext cx="3423818" cy="29718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" name="Shape 11"/>
          <p:cNvSpPr/>
          <p:nvPr/>
        </p:nvSpPr>
        <p:spPr>
          <a:xfrm>
            <a:off x="4383938" y="3154680"/>
            <a:ext cx="3423818" cy="64008"/>
          </a:xfrm>
          <a:prstGeom prst="rect">
            <a:avLst/>
          </a:prstGeom>
          <a:solidFill>
            <a:srgbClr val="15816B"/>
          </a:solidFill>
          <a:ln/>
        </p:spPr>
      </p:sp>
      <p:sp>
        <p:nvSpPr>
          <p:cNvPr id="15" name="Text 12"/>
          <p:cNvSpPr/>
          <p:nvPr/>
        </p:nvSpPr>
        <p:spPr>
          <a:xfrm>
            <a:off x="4749698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02</a:t>
            </a:r>
            <a:endParaRPr lang="en-US" sz="4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077" y="35204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49698" y="429768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데이터 조합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749698" y="4800600"/>
            <a:ext cx="457200" cy="0"/>
          </a:xfrm>
          <a:prstGeom prst="line">
            <a:avLst/>
          </a:prstGeom>
          <a:noFill/>
          <a:ln w="25400">
            <a:solidFill>
              <a:srgbClr val="D93A3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49698" y="4937760"/>
            <a:ext cx="2738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방문자·체류·소비·자원·동선·웰니스 데이터를 함께 해석합니다.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27797" y="3154680"/>
            <a:ext cx="3423818" cy="29718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7"/>
          <p:cNvSpPr/>
          <p:nvPr/>
        </p:nvSpPr>
        <p:spPr>
          <a:xfrm>
            <a:off x="8127797" y="3154680"/>
            <a:ext cx="3423818" cy="64008"/>
          </a:xfrm>
          <a:prstGeom prst="rect">
            <a:avLst/>
          </a:prstGeom>
          <a:solidFill>
            <a:srgbClr val="15816B"/>
          </a:solidFill>
          <a:ln/>
        </p:spPr>
      </p:sp>
      <p:sp>
        <p:nvSpPr>
          <p:cNvPr id="22" name="Text 18"/>
          <p:cNvSpPr/>
          <p:nvPr/>
        </p:nvSpPr>
        <p:spPr>
          <a:xfrm>
            <a:off x="8493557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03</a:t>
            </a:r>
            <a:endParaRPr lang="en-US" sz="4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52044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93557" y="429768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창업 제안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493557" y="4800600"/>
            <a:ext cx="457200" cy="0"/>
          </a:xfrm>
          <a:prstGeom prst="line">
            <a:avLst/>
          </a:prstGeom>
          <a:noFill/>
          <a:ln w="25400">
            <a:solidFill>
              <a:srgbClr val="D93A3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93557" y="4937760"/>
            <a:ext cx="2738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창업 아이템 추천과 함께 리스크·추가 확인사항을 제시합니다.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INPUT · OUTPUT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질문에서 리포트까지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81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— 입력값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4160520" cy="128016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“강릉에서 관광객 대상으로 창업하기 좋은 아이템 추천해줘.”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4198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지역과 창업 의도를 자연어로 입력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4160520" cy="2148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069080"/>
            <a:ext cx="54864" cy="2148840"/>
          </a:xfrm>
          <a:prstGeom prst="rect">
            <a:avLst/>
          </a:prstGeom>
          <a:solidFill>
            <a:srgbClr val="D93A32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4251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실제 답변 예시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4617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엔노이아 앱 실제 답변 캡처 또는 문구 삽입 영역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542032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69280" y="1691640"/>
            <a:ext cx="5882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81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— 미니 컨설팅 리포트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2212848"/>
            <a:ext cx="365760" cy="365760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36208" y="2103120"/>
            <a:ext cx="52422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결론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69280" y="2688336"/>
            <a:ext cx="58823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798064"/>
            <a:ext cx="365760" cy="365760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36208" y="2688336"/>
            <a:ext cx="52422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관광 데이터 요약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669280" y="3273552"/>
            <a:ext cx="58823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3383280"/>
            <a:ext cx="365760" cy="365760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36208" y="3273552"/>
            <a:ext cx="52422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수요·소비·체류 특성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669280" y="3858768"/>
            <a:ext cx="58823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3968496"/>
            <a:ext cx="365760" cy="365760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36208" y="3858768"/>
            <a:ext cx="52422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중심 관광지와 연관 관광 동선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669280" y="4443984"/>
            <a:ext cx="58823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0" y="4553712"/>
            <a:ext cx="365760" cy="365760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31" name="Text 28"/>
          <p:cNvSpPr/>
          <p:nvPr/>
        </p:nvSpPr>
        <p:spPr>
          <a:xfrm>
            <a:off x="566928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236208" y="4443984"/>
            <a:ext cx="52422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웰니스 및 관광 자원 수요 분석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669280" y="5029200"/>
            <a:ext cx="58823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69280" y="5138928"/>
            <a:ext cx="365760" cy="365760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0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236208" y="5029200"/>
            <a:ext cx="52422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창업 아이템 제안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669280" y="5614416"/>
            <a:ext cx="58823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669280" y="5724144"/>
            <a:ext cx="365760" cy="365760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0" y="5724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236208" y="5614416"/>
            <a:ext cx="52422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리스크와 추가 확인사항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INPUT · OUTPUT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가변 조건 처리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가변 입력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5257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1371600" cy="420624"/>
          </a:xfrm>
          <a:prstGeom prst="rect">
            <a:avLst/>
          </a:prstGeom>
          <a:solidFill>
            <a:srgbClr val="9FD8C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40280" y="23774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제주 · 강릉 · 해운대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1371600" cy="420624"/>
          </a:xfrm>
          <a:prstGeom prst="rect">
            <a:avLst/>
          </a:prstGeom>
          <a:solidFill>
            <a:srgbClr val="9FD8C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443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관광지명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40280" y="29443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전주 한옥마을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1371600" cy="420624"/>
          </a:xfrm>
          <a:prstGeom prst="rect">
            <a:avLst/>
          </a:prstGeom>
          <a:solidFill>
            <a:srgbClr val="9FD8C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11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업종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40280" y="35112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디저트 · 카페 · 웰니스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1371600" cy="420624"/>
          </a:xfrm>
          <a:prstGeom prst="rect">
            <a:avLst/>
          </a:prstGeom>
          <a:solidFill>
            <a:srgbClr val="9FD8C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7822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유형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40280" y="4078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관광객 · 웰니스 관광객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5257800" cy="1188720"/>
          </a:xfrm>
          <a:prstGeom prst="rect">
            <a:avLst/>
          </a:prstGeom>
          <a:solidFill>
            <a:srgbClr val="EAF5F1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75488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“제주에서 웰니스 관광객 대상으로 할 만한 창업 아이템 추천해줘.”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1737360"/>
            <a:ext cx="5105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처리 결과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2139696"/>
            <a:ext cx="51050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423160"/>
            <a:ext cx="402336" cy="402336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3448" y="2386584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관광지명 해석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13448" y="2752344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국문 관광정보 서비스로 주소·좌표·contentId 확인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3364992"/>
            <a:ext cx="402336" cy="402336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3448" y="3328416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지역 코드 변환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13448" y="3694176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행정구역 코드(areaCd · signguCd)로 매핑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46520" y="4306824"/>
            <a:ext cx="402336" cy="402336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13448" y="4270248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데이터 조합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13448" y="4636008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방문자·수요·자원·동선·웰니스 데이터 통합 해석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46520" y="5248656"/>
            <a:ext cx="402336" cy="402336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5248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13448" y="5212080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리포트 생성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13448" y="5577840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데이터와 함께 창업 아이템·리스크 도출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서비스 시연 · 엔노이아 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480560" cy="438912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7889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749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E6E6E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엔노이아 Studio 앱 화면 캡처 영역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0584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화면으로 교체 예정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532120" y="1783080"/>
            <a:ext cx="6019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화면 흐름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32120" y="2395728"/>
            <a:ext cx="420624" cy="420624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10" name="Text 7"/>
          <p:cNvSpPr/>
          <p:nvPr/>
        </p:nvSpPr>
        <p:spPr>
          <a:xfrm>
            <a:off x="553212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72200" y="2286000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질문 입력 화면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72200" y="2670048"/>
            <a:ext cx="5287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지역·업종·창업 의도를 자연어로 입력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742432" y="2816352"/>
            <a:ext cx="0" cy="50292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32120" y="3429000"/>
            <a:ext cx="420624" cy="420624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15" name="Text 12"/>
          <p:cNvSpPr/>
          <p:nvPr/>
        </p:nvSpPr>
        <p:spPr>
          <a:xfrm>
            <a:off x="553212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3319272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API 기반 답변 출력 화면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72200" y="3703320"/>
            <a:ext cx="5287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데이터를 조합한 미니 컨설팅 리포트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742432" y="3849624"/>
            <a:ext cx="0" cy="50292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32120" y="4462272"/>
            <a:ext cx="420624" cy="420624"/>
          </a:xfrm>
          <a:prstGeom prst="ellipse">
            <a:avLst/>
          </a:prstGeom>
          <a:solidFill>
            <a:srgbClr val="9FD8C6"/>
          </a:solidFill>
          <a:ln/>
        </p:spPr>
      </p:sp>
      <p:sp>
        <p:nvSpPr>
          <p:cNvPr id="20" name="Text 17"/>
          <p:cNvSpPr/>
          <p:nvPr/>
        </p:nvSpPr>
        <p:spPr>
          <a:xfrm>
            <a:off x="553212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72200" y="4352544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공유 URL 접속 확인 화면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72200" y="4736592"/>
            <a:ext cx="5287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리포트를 링크로 공유·재확인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532120" y="5440680"/>
            <a:ext cx="6019495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5440680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8F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시연 질문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전주 한옥마을 근처에서 디저트 가게를 하면 괜찮을까?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서비스 흐름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246120" cy="16459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0848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질문 입력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6696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지역·업종·의도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2459736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80560" y="1828800"/>
            <a:ext cx="3246120" cy="16459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7"/>
          <p:cNvSpPr/>
          <p:nvPr/>
        </p:nvSpPr>
        <p:spPr>
          <a:xfrm>
            <a:off x="4773168" y="20848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8640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지역 확인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791456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관광지명 주소/좌표 확인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2459736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75320" y="1828800"/>
            <a:ext cx="3246120" cy="16459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1"/>
          <p:cNvSpPr/>
          <p:nvPr/>
        </p:nvSpPr>
        <p:spPr>
          <a:xfrm>
            <a:off x="8567928" y="20848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928116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코드 매핑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586216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areaCd · signguCd 변환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" y="3977640"/>
            <a:ext cx="3246120" cy="16459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Text 15"/>
          <p:cNvSpPr/>
          <p:nvPr/>
        </p:nvSpPr>
        <p:spPr>
          <a:xfrm>
            <a:off x="978408" y="4233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691640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API 호출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996696" y="4892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데이터 선택 호출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4608576"/>
            <a:ext cx="384048" cy="38404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480560" y="3977640"/>
            <a:ext cx="3246120" cy="16459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4" name="Text 19"/>
          <p:cNvSpPr/>
          <p:nvPr/>
        </p:nvSpPr>
        <p:spPr>
          <a:xfrm>
            <a:off x="4773168" y="4233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5486400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데이터 해석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4791456" y="4892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방문자·수요·동선 조합</a:t>
            </a:r>
            <a:endParaRPr lang="en-US" sz="12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4608576"/>
            <a:ext cx="384048" cy="3840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275320" y="3977640"/>
            <a:ext cx="3246120" cy="16459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3"/>
          <p:cNvSpPr/>
          <p:nvPr/>
        </p:nvSpPr>
        <p:spPr>
          <a:xfrm>
            <a:off x="8567928" y="4233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9281160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리포트 생성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8586216" y="4892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아이템·리스크 제안</a:t>
            </a:r>
            <a:endParaRPr lang="en-US" sz="12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6356" y="3529584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1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API 결과만으로 결론을 내리지 않고, 여러 데이터 신호를 조합해 판단합니다.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서비스 시연 영상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722815" y="969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38328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24688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576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6E6E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시연 영상 링크 또는 QR 삽입 영역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5486400"/>
            <a:ext cx="54864" cy="640080"/>
          </a:xfrm>
          <a:prstGeom prst="rect">
            <a:avLst/>
          </a:prstGeom>
          <a:solidFill>
            <a:srgbClr val="D93A3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영상이 없을 경우 이 장은 삭제하거나, 엔노이아 앱 공유 URL과 화면 캡처 시연으로 대체합니다.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OPEN API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한국관광공사 OpenAPI 활용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722815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3A32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총 7종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11880"/>
                <a:gridCol w="5010912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제출 API명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활용 목적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data.go.kr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3A3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관광 빅데이터 정보 서비스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지역별 방문자 규모와 관광 흐름 파악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15101972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3A3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지역별 관광 수요 강도 정보 서비스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관광 체류 강도·관광 소비 강도 분석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15151868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3A3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웰니스 관광정보 서비스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웰니스·힐링 창업 아이템과 지역 콘텐츠 후보 확인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15144030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3A3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관광지별 연관관광지 정보 서비스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중심 관광지와 연결되는 주변 관광 동선 분석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15128560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3A3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지역별 관광 자원 수요 정보 서비스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식음료·쇼핑·숙박·체험·문화/자연 자원 수요 분석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15152138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3A3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기초지자체 중심관광지 정보 서비스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 내 관광 동선의 중심 거점 파악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15128559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3A3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국문 관광정보 서비스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관광지명 검색, 주소·좌표·contentId 확인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15101578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54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지역명/지역코드 lookup CSV와 지표 코드 CSV를 엔노이아 문서 폴더에 첨부해 API 호출 파라미터 변환에 활용했습니다.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3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pPr indent="0" marL="0">
              <a:buNone/>
            </a:pPr>
            <a:r>
              <a:rPr lang="en-US" sz="1250" b="1" spc="100" kern="0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ITERATION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시행착오와 개선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27168" cy="20116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476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83080" y="19842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3A32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시행착오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1984248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여행 추천과 차별성이 약함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개선시도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2514600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창업 분석 챗봇으로 전환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30449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개선결과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34640" y="3044952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 활용 목적 명확화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227168" cy="20116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6690208" y="19476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67448" y="19842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3A32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시행착오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19008" y="1984248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지역명과 관광지명 입력이 섞임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67448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개선시도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19008" y="2514600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국문 관광정보 검색 + 지역 코드 lookup 설계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67448" y="30449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개선결과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19008" y="3044952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호출용 지역 코드 매핑 가능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5227168" cy="20116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336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83080" y="42702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3A32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시행착오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34640" y="4270248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API별 코드 체계·지표가 복잡함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4800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개선시도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4800600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코드값 CSV를 엔노이아 문서 폴더용으로 정제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53309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개선결과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34640" y="5330952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챗봇이 코드값을 참조할 기반 마련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24448" y="3977640"/>
            <a:ext cx="5227168" cy="20116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/>
          <p:nvPr/>
        </p:nvSpPr>
        <p:spPr>
          <a:xfrm>
            <a:off x="6690208" y="42336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8C6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67448" y="42702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3A32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시행착오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19008" y="4270248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추천이 과장될 위험이 있음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67448" y="4800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816B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개선시도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19008" y="4800600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프롬프트에 금지사항·데이터 한계 명시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67448" y="53309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개선결과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19008" y="5330952"/>
            <a:ext cx="275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리스크와 추가 확인사항 포함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도반(Doban)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128016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0" b="1" dirty="0">
                <a:solidFill>
                  <a:srgbClr val="1E1E1E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伴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65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pPr indent="0" marL="0">
              <a:buNone/>
            </a:pPr>
            <a:r>
              <a:rPr lang="en-US" sz="1250" b="1" spc="100" kern="0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CLOSING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기대효과 · 발전계획 · 마무리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3818" cy="23774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3423818" cy="64008"/>
          </a:xfrm>
          <a:prstGeom prst="rect">
            <a:avLst/>
          </a:prstGeom>
          <a:solidFill>
            <a:srgbClr val="1581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128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78892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제품 관점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246120"/>
            <a:ext cx="2738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예비창업자가 지역 후보와 창업 아이템을 빠르게 검토하고, 공공데이터 기반 미니 리포트를 생성합니다.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3938" y="1874520"/>
            <a:ext cx="3423818" cy="23774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Shape 8"/>
          <p:cNvSpPr/>
          <p:nvPr/>
        </p:nvSpPr>
        <p:spPr>
          <a:xfrm>
            <a:off x="4383938" y="1874520"/>
            <a:ext cx="3423818" cy="64008"/>
          </a:xfrm>
          <a:prstGeom prst="rect">
            <a:avLst/>
          </a:prstGeom>
          <a:solidFill>
            <a:srgbClr val="1581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22128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9698" y="278892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사업 관점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49698" y="3246120"/>
            <a:ext cx="2738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소상공인, 로컬 창업자, 지자체 창업 지원 프로그램으로 확장할 수 있습니다.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27797" y="1874520"/>
            <a:ext cx="3423818" cy="23774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6" name="Shape 12"/>
          <p:cNvSpPr/>
          <p:nvPr/>
        </p:nvSpPr>
        <p:spPr>
          <a:xfrm>
            <a:off x="8127797" y="1874520"/>
            <a:ext cx="3423818" cy="64008"/>
          </a:xfrm>
          <a:prstGeom prst="rect">
            <a:avLst/>
          </a:prstGeom>
          <a:solidFill>
            <a:srgbClr val="15816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221284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3557" y="278892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기술 관점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93557" y="3246120"/>
            <a:ext cx="2738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OpenAPI와 생성형 AI를 결합해 관광 데이터를 의사결정 보조 리포트로 변환합니다.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4709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5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발전계획   </a:t>
            </a:r>
            <a:pPr indent="0" marL="0">
              <a:buNone/>
            </a:pPr>
            <a:r>
              <a:rPr lang="en-US" sz="135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간 비교 · 업종별 리포트 · 지도 기반 관광 동선 시각화 · 창업 체크리스트 자동 생성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40080" y="5349240"/>
            <a:ext cx="10911535" cy="0"/>
          </a:xfrm>
          <a:prstGeom prst="line">
            <a:avLst/>
          </a:prstGeom>
          <a:noFill/>
          <a:ln w="12700">
            <a:solidFill>
              <a:srgbClr val="34343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5486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소감 / 생성형 AI 사용 후기 입력 영역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도반 서비스 소개서</dc:title>
  <dc:subject>PptxGenJS Presentation</dc:subject>
  <dc:creator>도반(Doban)</dc:creator>
  <cp:lastModifiedBy>도반(Doban)</cp:lastModifiedBy>
  <cp:revision>1</cp:revision>
  <dcterms:created xsi:type="dcterms:W3CDTF">2026-06-05T06:24:52Z</dcterms:created>
  <dcterms:modified xsi:type="dcterms:W3CDTF">2026-06-05T06:24:52Z</dcterms:modified>
</cp:coreProperties>
</file>
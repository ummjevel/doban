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5143500" cx="9144000"/>
  <p:notesSz cx="6858000" cy="9144000"/>
  <p:embeddedFontLst>
    <p:embeddedFont>
      <p:font typeface="Noto Sans KR"/>
      <p:regular r:id="rId20"/>
      <p:bold r:id="rId21"/>
    </p:embeddedFont>
    <p:embeddedFont>
      <p:font typeface="Gothic A1"/>
      <p:regular r:id="rId22"/>
      <p:bold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5826E36-F4B4-43C7-A6BA-13248B7EEA96}">
  <a:tblStyle styleId="{55826E36-F4B4-43C7-A6BA-13248B7EEA9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otoSansKR-regular.fntdata"/><Relationship Id="rId11" Type="http://schemas.openxmlformats.org/officeDocument/2006/relationships/slide" Target="slides/slide5.xml"/><Relationship Id="rId22" Type="http://schemas.openxmlformats.org/officeDocument/2006/relationships/font" Target="fonts/GothicA1-regular.fntdata"/><Relationship Id="rId10" Type="http://schemas.openxmlformats.org/officeDocument/2006/relationships/slide" Target="slides/slide4.xml"/><Relationship Id="rId21" Type="http://schemas.openxmlformats.org/officeDocument/2006/relationships/font" Target="fonts/NotoSansKR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schemas.openxmlformats.org/officeDocument/2006/relationships/font" Target="fonts/GothicA1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eb579faa35_3_534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eb579faa35_3_5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eb579faa35_3_0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eb579faa35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eb579faa35_3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eb579faa35_3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eb579faa35_3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eb579faa35_3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eb579faa35_3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eb579faa35_3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eb579faa35_3_2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eb579faa35_3_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eb579faa35_3_3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eb579faa35_3_3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eb579faa35_3_3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eb579faa35_3_3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eb579faa35_3_4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eb579faa35_3_4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eb579faa35_3_4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eb579faa35_3_4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eb579faa35_3_5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eb579faa35_3_5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eb579faa35_3_4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eb579faa35_3_4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eb579faa35_3_4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eb579faa35_3_4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66FF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328993" y="1352075"/>
            <a:ext cx="8814900" cy="21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5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양식 가이드</a:t>
            </a:r>
            <a:endParaRPr b="1" sz="3500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9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1. 반드시 </a:t>
            </a:r>
            <a:r>
              <a:rPr b="1" lang="ko" sz="19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사본</a:t>
            </a:r>
            <a:r>
              <a:rPr lang="ko" sz="19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으로 저장해서 사용해주세요. </a:t>
            </a:r>
            <a:r>
              <a:rPr lang="ko" sz="10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(파일 → 사본 만들기 → 프레젠테이션 전체) *본 가이드 페이지는 삭제 후 사용)</a:t>
            </a:r>
            <a:endParaRPr sz="1000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90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2. 작성이 완료되면 PDF 또는 PPT, PPTX로 저장하여 제출해주세요. </a:t>
            </a:r>
            <a:endParaRPr sz="1900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90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3. 정해진 양식 이 외에 페이지 추가해서 사용하셔도 됩니다. (10장 내외 권장)</a:t>
            </a:r>
            <a:endParaRPr sz="1900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90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4. 발표 시간 10분 이내로 자유롭게 구성해주세요.</a:t>
            </a:r>
            <a:endParaRPr sz="1900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66FF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/>
        </p:nvSpPr>
        <p:spPr>
          <a:xfrm>
            <a:off x="358912" y="996742"/>
            <a:ext cx="4732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팀명</a:t>
            </a:r>
            <a:endParaRPr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0" name="Google Shape;60;p14"/>
          <p:cNvSpPr txBox="1"/>
          <p:nvPr/>
        </p:nvSpPr>
        <p:spPr>
          <a:xfrm>
            <a:off x="329008" y="1352086"/>
            <a:ext cx="4665000" cy="13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5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서비스명</a:t>
            </a:r>
            <a:endParaRPr b="1" sz="3500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30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[한 줄 설명]</a:t>
            </a:r>
            <a:r>
              <a:rPr b="1" lang="ko" sz="35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 sz="17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61" name="Google Shape;61;p14"/>
          <p:cNvCxnSpPr/>
          <p:nvPr/>
        </p:nvCxnSpPr>
        <p:spPr>
          <a:xfrm>
            <a:off x="270000" y="429333"/>
            <a:ext cx="8621400" cy="0"/>
          </a:xfrm>
          <a:prstGeom prst="straightConnector1">
            <a:avLst/>
          </a:prstGeom>
          <a:noFill/>
          <a:ln cap="flat" cmpd="sng" w="9525">
            <a:solidFill>
              <a:srgbClr val="F3F3F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" name="Google Shape;62;p14"/>
          <p:cNvSpPr txBox="1"/>
          <p:nvPr/>
        </p:nvSpPr>
        <p:spPr>
          <a:xfrm>
            <a:off x="381275" y="3870394"/>
            <a:ext cx="4732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2026. OO. OO. </a:t>
            </a:r>
            <a:endParaRPr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5708201" y="184950"/>
            <a:ext cx="3183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2026 관광데이터 활용 공모전 - 생성형 AI 활용 관광 프롬프톤</a:t>
            </a:r>
            <a:endParaRPr sz="900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Google Shape;68;p15"/>
          <p:cNvCxnSpPr/>
          <p:nvPr/>
        </p:nvCxnSpPr>
        <p:spPr>
          <a:xfrm>
            <a:off x="270000" y="429333"/>
            <a:ext cx="86214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" name="Google Shape;69;p15"/>
          <p:cNvSpPr txBox="1"/>
          <p:nvPr/>
        </p:nvSpPr>
        <p:spPr>
          <a:xfrm>
            <a:off x="270000" y="255665"/>
            <a:ext cx="60798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>
                <a:solidFill>
                  <a:srgbClr val="939393"/>
                </a:solidFill>
                <a:latin typeface="Gothic A1"/>
                <a:ea typeface="Gothic A1"/>
                <a:cs typeface="Gothic A1"/>
                <a:sym typeface="Gothic A1"/>
              </a:rPr>
              <a:t>팀 소개</a:t>
            </a:r>
            <a:endParaRPr sz="700">
              <a:solidFill>
                <a:srgbClr val="939393"/>
              </a:solidFill>
              <a:latin typeface="Gothic A1"/>
              <a:ea typeface="Gothic A1"/>
              <a:cs typeface="Gothic A1"/>
              <a:sym typeface="Gothic A1"/>
            </a:endParaRPr>
          </a:p>
        </p:txBody>
      </p:sp>
      <p:sp>
        <p:nvSpPr>
          <p:cNvPr id="70" name="Google Shape;70;p15"/>
          <p:cNvSpPr txBox="1"/>
          <p:nvPr/>
        </p:nvSpPr>
        <p:spPr>
          <a:xfrm>
            <a:off x="236413" y="796141"/>
            <a:ext cx="420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solidFill>
                  <a:srgbClr val="0066FF"/>
                </a:solidFill>
                <a:latin typeface="Noto Sans KR"/>
                <a:ea typeface="Noto Sans KR"/>
                <a:cs typeface="Noto Sans KR"/>
                <a:sym typeface="Noto Sans KR"/>
              </a:rPr>
              <a:t>팀 소개</a:t>
            </a:r>
            <a:endParaRPr b="1" sz="20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71" name="Google Shape;71;p15"/>
          <p:cNvCxnSpPr/>
          <p:nvPr/>
        </p:nvCxnSpPr>
        <p:spPr>
          <a:xfrm rot="10800000">
            <a:off x="4580700" y="1484698"/>
            <a:ext cx="0" cy="32982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" name="Google Shape;72;p15"/>
          <p:cNvSpPr/>
          <p:nvPr/>
        </p:nvSpPr>
        <p:spPr>
          <a:xfrm>
            <a:off x="335425" y="1440175"/>
            <a:ext cx="3924600" cy="3298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Noto Sans KR"/>
                <a:ea typeface="Noto Sans KR"/>
                <a:cs typeface="Noto Sans KR"/>
                <a:sym typeface="Noto Sans KR"/>
              </a:rPr>
              <a:t>사진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4699000" y="1478230"/>
            <a:ext cx="4591500" cy="32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-3238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Noto Sans KR"/>
              <a:buChar char="●"/>
            </a:pPr>
            <a:r>
              <a:rPr lang="ko" sz="1500">
                <a:latin typeface="Noto Sans KR"/>
                <a:ea typeface="Noto Sans KR"/>
                <a:cs typeface="Noto Sans KR"/>
                <a:sym typeface="Noto Sans KR"/>
              </a:rPr>
              <a:t>팀 소개</a:t>
            </a:r>
            <a:endParaRPr sz="1500"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238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Noto Sans KR"/>
              <a:buChar char="●"/>
            </a:pPr>
            <a:r>
              <a:rPr lang="ko" sz="1500">
                <a:latin typeface="Noto Sans KR"/>
                <a:ea typeface="Noto Sans KR"/>
                <a:cs typeface="Noto Sans KR"/>
                <a:sym typeface="Noto Sans KR"/>
              </a:rPr>
              <a:t>팀원 </a:t>
            </a:r>
            <a:r>
              <a:rPr lang="ko" sz="1500">
                <a:latin typeface="Noto Sans KR"/>
                <a:ea typeface="Noto Sans KR"/>
                <a:cs typeface="Noto Sans KR"/>
                <a:sym typeface="Noto Sans KR"/>
              </a:rPr>
              <a:t>소개</a:t>
            </a:r>
            <a:endParaRPr sz="1500"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238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Noto Sans KR"/>
              <a:buChar char="●"/>
            </a:pPr>
            <a:r>
              <a:rPr lang="ko" sz="1500">
                <a:latin typeface="Noto Sans KR"/>
                <a:ea typeface="Noto Sans KR"/>
                <a:cs typeface="Noto Sans KR"/>
                <a:sym typeface="Noto Sans KR"/>
              </a:rPr>
              <a:t>본 프로그램에 참여한 계기 등</a:t>
            </a:r>
            <a:endParaRPr sz="1500"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238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Noto Sans KR"/>
              <a:buChar char="●"/>
            </a:pPr>
            <a:r>
              <a:rPr lang="ko" sz="1500">
                <a:latin typeface="Noto Sans KR"/>
                <a:ea typeface="Noto Sans KR"/>
                <a:cs typeface="Noto Sans KR"/>
                <a:sym typeface="Noto Sans KR"/>
              </a:rPr>
              <a:t>자유롭게 작성해주세요. (양식 변경 가능)</a:t>
            </a:r>
            <a:endParaRPr sz="15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aphicFrame>
        <p:nvGraphicFramePr>
          <p:cNvPr id="74" name="Google Shape;74;p15"/>
          <p:cNvGraphicFramePr/>
          <p:nvPr/>
        </p:nvGraphicFramePr>
        <p:xfrm>
          <a:off x="5004150" y="2231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{55826E36-F4B4-43C7-A6BA-13248B7EEA96}</a:tableStyleId>
              </a:tblPr>
              <a:tblGrid>
                <a:gridCol w="651625"/>
                <a:gridCol w="815150"/>
                <a:gridCol w="1448700"/>
                <a:gridCol w="971825"/>
              </a:tblGrid>
              <a:tr h="289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성함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담당 </a:t>
                      </a:r>
                      <a:r>
                        <a:rPr lang="ko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역할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(팀장, 팀원)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담당업무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기타사항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/>
                </a:tc>
              </a:tr>
              <a:tr h="289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/>
                </a:tc>
              </a:tr>
              <a:tr h="289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/>
                </a:tc>
              </a:tr>
              <a:tr h="289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9" name="Google Shape;79;p16"/>
          <p:cNvCxnSpPr/>
          <p:nvPr/>
        </p:nvCxnSpPr>
        <p:spPr>
          <a:xfrm>
            <a:off x="270000" y="429333"/>
            <a:ext cx="86214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0" name="Google Shape;80;p16"/>
          <p:cNvSpPr txBox="1"/>
          <p:nvPr/>
        </p:nvSpPr>
        <p:spPr>
          <a:xfrm>
            <a:off x="270000" y="255665"/>
            <a:ext cx="60798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>
                <a:solidFill>
                  <a:srgbClr val="939393"/>
                </a:solidFill>
                <a:latin typeface="Gothic A1"/>
                <a:ea typeface="Gothic A1"/>
                <a:cs typeface="Gothic A1"/>
                <a:sym typeface="Gothic A1"/>
              </a:rPr>
              <a:t>서비스</a:t>
            </a:r>
            <a:r>
              <a:rPr lang="ko" sz="700">
                <a:solidFill>
                  <a:srgbClr val="939393"/>
                </a:solidFill>
                <a:latin typeface="Gothic A1"/>
                <a:ea typeface="Gothic A1"/>
                <a:cs typeface="Gothic A1"/>
                <a:sym typeface="Gothic A1"/>
              </a:rPr>
              <a:t> 소개</a:t>
            </a:r>
            <a:endParaRPr sz="700">
              <a:solidFill>
                <a:srgbClr val="939393"/>
              </a:solidFill>
              <a:latin typeface="Gothic A1"/>
              <a:ea typeface="Gothic A1"/>
              <a:cs typeface="Gothic A1"/>
              <a:sym typeface="Gothic A1"/>
            </a:endParaRPr>
          </a:p>
        </p:txBody>
      </p:sp>
      <p:sp>
        <p:nvSpPr>
          <p:cNvPr id="81" name="Google Shape;81;p16"/>
          <p:cNvSpPr txBox="1"/>
          <p:nvPr/>
        </p:nvSpPr>
        <p:spPr>
          <a:xfrm>
            <a:off x="236413" y="796141"/>
            <a:ext cx="420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solidFill>
                  <a:srgbClr val="0066FF"/>
                </a:solidFill>
                <a:latin typeface="Noto Sans KR"/>
                <a:ea typeface="Noto Sans KR"/>
                <a:cs typeface="Noto Sans KR"/>
                <a:sym typeface="Noto Sans KR"/>
              </a:rPr>
              <a:t>서비스</a:t>
            </a:r>
            <a:r>
              <a:rPr b="1" lang="ko" sz="2000">
                <a:solidFill>
                  <a:srgbClr val="0066FF"/>
                </a:solidFill>
                <a:latin typeface="Noto Sans KR"/>
                <a:ea typeface="Noto Sans KR"/>
                <a:cs typeface="Noto Sans KR"/>
                <a:sym typeface="Noto Sans KR"/>
              </a:rPr>
              <a:t> 소개</a:t>
            </a:r>
            <a:endParaRPr b="1" sz="20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0066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aphicFrame>
        <p:nvGraphicFramePr>
          <p:cNvPr id="82" name="Google Shape;82;p16"/>
          <p:cNvGraphicFramePr/>
          <p:nvPr/>
        </p:nvGraphicFramePr>
        <p:xfrm>
          <a:off x="236425" y="13270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{55826E36-F4B4-43C7-A6BA-13248B7EEA96}</a:tableStyleId>
              </a:tblPr>
              <a:tblGrid>
                <a:gridCol w="995500"/>
                <a:gridCol w="7576000"/>
              </a:tblGrid>
              <a:tr h="205450">
                <a:tc>
                  <a:txBody>
                    <a:bodyPr/>
                    <a:lstStyle/>
                    <a:p>
                      <a:pPr indent="-50800" lvl="0" marL="5080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구분</a:t>
                      </a:r>
                      <a:endParaRPr sz="10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45725" marL="45725" anchor="ctr">
                    <a:lnL cap="flat" cmpd="sng" w="477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서비스</a:t>
                      </a:r>
                      <a:r>
                        <a:rPr lang="ko" sz="100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요약</a:t>
                      </a:r>
                      <a:endParaRPr sz="1000">
                        <a:solidFill>
                          <a:srgbClr val="FFFFFF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0000" marB="90000" marR="90000" marL="90000" anchor="ctr">
                    <a:lnL cap="flat" cmpd="sng" w="47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66FF"/>
                    </a:solidFill>
                  </a:tcPr>
                </a:tc>
              </a:tr>
              <a:tr h="341325">
                <a:tc rowSpan="2">
                  <a:txBody>
                    <a:bodyPr/>
                    <a:lstStyle/>
                    <a:p>
                      <a:pPr indent="-50800" lvl="0" marL="5080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00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서비스</a:t>
                      </a:r>
                      <a:r>
                        <a:rPr lang="ko" sz="100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명</a:t>
                      </a:r>
                      <a:endParaRPr sz="1000">
                        <a:solidFill>
                          <a:srgbClr val="FFFFFF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45725" marL="45725" anchor="ctr">
                    <a:lnL cap="flat" cmpd="sng" w="477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66FF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0000" marB="90000" marR="90000" marL="90000" anchor="ctr">
                    <a:lnL cap="flat" cmpd="sng" w="477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1325">
                <a:tc vMerge="1"/>
                <a:tc vMerge="1"/>
              </a:tr>
              <a:tr h="341325">
                <a:tc rowSpan="2">
                  <a:txBody>
                    <a:bodyPr/>
                    <a:lstStyle/>
                    <a:p>
                      <a:pPr indent="-50800" lvl="0" marL="5080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서비스</a:t>
                      </a:r>
                      <a:r>
                        <a:rPr lang="ko" sz="100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요약설명</a:t>
                      </a:r>
                      <a:endParaRPr sz="1000">
                        <a:solidFill>
                          <a:srgbClr val="FFFFFF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45725" marL="45725" anchor="ctr">
                    <a:lnL cap="flat" cmpd="sng" w="477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66FF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0000" marB="90000" marR="90000" marL="90000" anchor="ctr">
                    <a:lnL cap="flat" cmpd="sng" w="477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1325">
                <a:tc vMerge="1"/>
                <a:tc vMerge="1"/>
              </a:tr>
              <a:tr h="341325">
                <a:tc rowSpan="2">
                  <a:txBody>
                    <a:bodyPr/>
                    <a:lstStyle/>
                    <a:p>
                      <a:pPr indent="-50800" lvl="0" marL="5080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주제 선정 이유</a:t>
                      </a:r>
                      <a:endParaRPr sz="1000">
                        <a:solidFill>
                          <a:srgbClr val="FFFFFF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45725" marL="45725" anchor="ctr">
                    <a:lnL cap="flat" cmpd="sng" w="477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66FF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0000" marB="90000" marR="90000" marL="90000" anchor="ctr">
                    <a:lnL cap="flat" cmpd="sng" w="477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1325">
                <a:tc vMerge="1"/>
                <a:tc vMerge="1"/>
              </a:tr>
              <a:tr h="341325">
                <a:tc rowSpan="2">
                  <a:txBody>
                    <a:bodyPr/>
                    <a:lstStyle/>
                    <a:p>
                      <a:pPr indent="-50800" lvl="0" marL="5080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타겟 사용자</a:t>
                      </a:r>
                      <a:endParaRPr sz="1000">
                        <a:solidFill>
                          <a:srgbClr val="FFFFFF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45725" marL="45725" anchor="ctr">
                    <a:lnL cap="flat" cmpd="sng" w="477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66FF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0000" marB="90000" marR="90000" marL="90000" anchor="ctr">
                    <a:lnL cap="flat" cmpd="sng" w="477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1325">
                <a:tc vMerge="1"/>
                <a:tc vMerge="1"/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7" name="Google Shape;87;p17"/>
          <p:cNvCxnSpPr/>
          <p:nvPr/>
        </p:nvCxnSpPr>
        <p:spPr>
          <a:xfrm>
            <a:off x="270000" y="429333"/>
            <a:ext cx="86214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" name="Google Shape;88;p17"/>
          <p:cNvSpPr txBox="1"/>
          <p:nvPr/>
        </p:nvSpPr>
        <p:spPr>
          <a:xfrm>
            <a:off x="270000" y="255665"/>
            <a:ext cx="60798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>
                <a:solidFill>
                  <a:srgbClr val="939393"/>
                </a:solidFill>
                <a:latin typeface="Gothic A1"/>
                <a:ea typeface="Gothic A1"/>
                <a:cs typeface="Gothic A1"/>
                <a:sym typeface="Gothic A1"/>
              </a:rPr>
              <a:t>서비스</a:t>
            </a:r>
            <a:r>
              <a:rPr lang="ko" sz="700">
                <a:solidFill>
                  <a:srgbClr val="939393"/>
                </a:solidFill>
                <a:latin typeface="Gothic A1"/>
                <a:ea typeface="Gothic A1"/>
                <a:cs typeface="Gothic A1"/>
                <a:sym typeface="Gothic A1"/>
              </a:rPr>
              <a:t> 소개</a:t>
            </a:r>
            <a:endParaRPr sz="700">
              <a:solidFill>
                <a:srgbClr val="939393"/>
              </a:solidFill>
              <a:latin typeface="Gothic A1"/>
              <a:ea typeface="Gothic A1"/>
              <a:cs typeface="Gothic A1"/>
              <a:sym typeface="Gothic A1"/>
            </a:endParaRPr>
          </a:p>
        </p:txBody>
      </p:sp>
      <p:sp>
        <p:nvSpPr>
          <p:cNvPr id="89" name="Google Shape;89;p17"/>
          <p:cNvSpPr txBox="1"/>
          <p:nvPr/>
        </p:nvSpPr>
        <p:spPr>
          <a:xfrm>
            <a:off x="236413" y="796141"/>
            <a:ext cx="420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solidFill>
                  <a:srgbClr val="0066FF"/>
                </a:solidFill>
                <a:latin typeface="Noto Sans KR"/>
                <a:ea typeface="Noto Sans KR"/>
                <a:cs typeface="Noto Sans KR"/>
                <a:sym typeface="Noto Sans KR"/>
              </a:rPr>
              <a:t>서비스</a:t>
            </a:r>
            <a:r>
              <a:rPr b="1" lang="ko" sz="2000">
                <a:solidFill>
                  <a:srgbClr val="0066FF"/>
                </a:solidFill>
                <a:latin typeface="Noto Sans KR"/>
                <a:ea typeface="Noto Sans KR"/>
                <a:cs typeface="Noto Sans KR"/>
                <a:sym typeface="Noto Sans KR"/>
              </a:rPr>
              <a:t> 한 줄 요약</a:t>
            </a:r>
            <a:endParaRPr b="1" sz="20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0066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0" name="Google Shape;90;p17"/>
          <p:cNvSpPr txBox="1"/>
          <p:nvPr/>
        </p:nvSpPr>
        <p:spPr>
          <a:xfrm>
            <a:off x="261300" y="1953254"/>
            <a:ext cx="8621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latin typeface="Noto Sans KR"/>
                <a:ea typeface="Noto Sans KR"/>
                <a:cs typeface="Noto Sans KR"/>
                <a:sym typeface="Noto Sans KR"/>
              </a:rPr>
              <a:t>“우리는 OO한 문제를 OO를 통해 해결합니다.”</a:t>
            </a:r>
            <a:endParaRPr b="1" sz="2000"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latin typeface="Noto Sans KR"/>
                <a:ea typeface="Noto Sans KR"/>
                <a:cs typeface="Noto Sans KR"/>
                <a:sym typeface="Noto Sans KR"/>
              </a:rPr>
              <a:t>(서비스 핵심 기능 3가지 이내)</a:t>
            </a:r>
            <a:endParaRPr b="1" sz="2000"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5" name="Google Shape;95;p18"/>
          <p:cNvCxnSpPr/>
          <p:nvPr/>
        </p:nvCxnSpPr>
        <p:spPr>
          <a:xfrm>
            <a:off x="270000" y="429333"/>
            <a:ext cx="86214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6" name="Google Shape;96;p18"/>
          <p:cNvSpPr txBox="1"/>
          <p:nvPr/>
        </p:nvSpPr>
        <p:spPr>
          <a:xfrm>
            <a:off x="270000" y="255665"/>
            <a:ext cx="60798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>
                <a:solidFill>
                  <a:srgbClr val="939393"/>
                </a:solidFill>
                <a:latin typeface="Gothic A1"/>
                <a:ea typeface="Gothic A1"/>
                <a:cs typeface="Gothic A1"/>
                <a:sym typeface="Gothic A1"/>
              </a:rPr>
              <a:t>서비스</a:t>
            </a:r>
            <a:r>
              <a:rPr lang="ko" sz="700">
                <a:solidFill>
                  <a:srgbClr val="939393"/>
                </a:solidFill>
                <a:latin typeface="Gothic A1"/>
                <a:ea typeface="Gothic A1"/>
                <a:cs typeface="Gothic A1"/>
                <a:sym typeface="Gothic A1"/>
              </a:rPr>
              <a:t> 소개</a:t>
            </a:r>
            <a:endParaRPr sz="700">
              <a:solidFill>
                <a:srgbClr val="939393"/>
              </a:solidFill>
              <a:latin typeface="Gothic A1"/>
              <a:ea typeface="Gothic A1"/>
              <a:cs typeface="Gothic A1"/>
              <a:sym typeface="Gothic A1"/>
            </a:endParaRPr>
          </a:p>
        </p:txBody>
      </p:sp>
      <p:sp>
        <p:nvSpPr>
          <p:cNvPr id="97" name="Google Shape;97;p18"/>
          <p:cNvSpPr txBox="1"/>
          <p:nvPr/>
        </p:nvSpPr>
        <p:spPr>
          <a:xfrm>
            <a:off x="236413" y="796141"/>
            <a:ext cx="420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solidFill>
                  <a:srgbClr val="0066FF"/>
                </a:solidFill>
                <a:latin typeface="Noto Sans KR"/>
                <a:ea typeface="Noto Sans KR"/>
                <a:cs typeface="Noto Sans KR"/>
                <a:sym typeface="Noto Sans KR"/>
              </a:rPr>
              <a:t>서비스 입력˙출력</a:t>
            </a:r>
            <a:endParaRPr b="1" sz="2000">
              <a:solidFill>
                <a:srgbClr val="0066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8" name="Google Shape;98;p18"/>
          <p:cNvSpPr txBox="1"/>
          <p:nvPr/>
        </p:nvSpPr>
        <p:spPr>
          <a:xfrm>
            <a:off x="270000" y="1440175"/>
            <a:ext cx="3681600" cy="27720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txBody>
          <a:bodyPr anchorCtr="0" anchor="ctr" bIns="36475" lIns="72975" spcFirstLastPara="1" rIns="72975" wrap="square" tIns="364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3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입력값</a:t>
            </a:r>
            <a:endParaRPr sz="13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9" name="Google Shape;99;p18"/>
          <p:cNvSpPr txBox="1"/>
          <p:nvPr/>
        </p:nvSpPr>
        <p:spPr>
          <a:xfrm>
            <a:off x="270000" y="1819375"/>
            <a:ext cx="3681600" cy="3043200"/>
          </a:xfrm>
          <a:prstGeom prst="rect">
            <a:avLst/>
          </a:prstGeom>
          <a:solidFill>
            <a:srgbClr val="FFFFFF"/>
          </a:solidFill>
          <a:ln cap="flat" cmpd="sng" w="76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475" lIns="72975" spcFirstLastPara="1" rIns="72975" wrap="square" tIns="36475">
            <a:noAutofit/>
          </a:bodyPr>
          <a:lstStyle/>
          <a:p>
            <a:pPr indent="-51947" lvl="0" marL="215388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77"/>
              <a:buFont typeface="Arial"/>
              <a:buNone/>
            </a:pPr>
            <a:r>
              <a:t/>
            </a:r>
            <a:endParaRPr b="1" sz="1277">
              <a:solidFill>
                <a:srgbClr val="3F3F3F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33034" lvl="0" marL="215388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77"/>
              <a:buFont typeface="Noto Sans KR"/>
              <a:buChar char="•"/>
            </a:pPr>
            <a:r>
              <a:rPr b="1" lang="ko" sz="1277">
                <a:solidFill>
                  <a:srgbClr val="3F3F3F"/>
                </a:solidFill>
                <a:latin typeface="Noto Sans KR"/>
                <a:ea typeface="Noto Sans KR"/>
                <a:cs typeface="Noto Sans KR"/>
                <a:sym typeface="Noto Sans KR"/>
              </a:rPr>
              <a:t>예시 데이터</a:t>
            </a:r>
            <a:endParaRPr b="1" sz="1277">
              <a:solidFill>
                <a:srgbClr val="3F3F3F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82354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77"/>
              <a:buFont typeface="Arial"/>
              <a:buNone/>
            </a:pPr>
            <a:r>
              <a:rPr b="1" lang="ko" sz="1277">
                <a:solidFill>
                  <a:srgbClr val="3F3F3F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 sz="1117"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33034" lvl="0" marL="215388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77"/>
              <a:buFont typeface="Noto Sans KR"/>
              <a:buChar char="•"/>
            </a:pPr>
            <a:r>
              <a:rPr b="1" lang="ko" sz="1277">
                <a:solidFill>
                  <a:srgbClr val="3F3F3F"/>
                </a:solidFill>
                <a:latin typeface="Noto Sans KR"/>
                <a:ea typeface="Noto Sans KR"/>
                <a:cs typeface="Noto Sans KR"/>
                <a:sym typeface="Noto Sans KR"/>
              </a:rPr>
              <a:t>예시 데이터</a:t>
            </a:r>
            <a:endParaRPr b="1" sz="1277">
              <a:solidFill>
                <a:srgbClr val="3F3F3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0" name="Google Shape;100;p18"/>
          <p:cNvSpPr txBox="1"/>
          <p:nvPr/>
        </p:nvSpPr>
        <p:spPr>
          <a:xfrm>
            <a:off x="5061275" y="1440175"/>
            <a:ext cx="3681600" cy="27720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txBody>
          <a:bodyPr anchorCtr="0" anchor="ctr" bIns="36475" lIns="72975" spcFirstLastPara="1" rIns="72975" wrap="square" tIns="364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3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출력값</a:t>
            </a:r>
            <a:endParaRPr sz="13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1" name="Google Shape;101;p18"/>
          <p:cNvSpPr txBox="1"/>
          <p:nvPr/>
        </p:nvSpPr>
        <p:spPr>
          <a:xfrm>
            <a:off x="5061275" y="1819450"/>
            <a:ext cx="3681600" cy="3043200"/>
          </a:xfrm>
          <a:prstGeom prst="rect">
            <a:avLst/>
          </a:prstGeom>
          <a:solidFill>
            <a:srgbClr val="FFFFFF"/>
          </a:solidFill>
          <a:ln cap="flat" cmpd="sng" w="76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475" lIns="72975" spcFirstLastPara="1" rIns="72975" wrap="square" tIns="36475">
            <a:noAutofit/>
          </a:bodyPr>
          <a:lstStyle/>
          <a:p>
            <a:pPr indent="-51947" lvl="0" marL="215388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77"/>
              <a:buFont typeface="Arial"/>
              <a:buNone/>
            </a:pPr>
            <a:r>
              <a:t/>
            </a:r>
            <a:endParaRPr b="1" sz="1277">
              <a:solidFill>
                <a:srgbClr val="3F3F3F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33034" lvl="0" marL="215388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77"/>
              <a:buFont typeface="Noto Sans KR"/>
              <a:buChar char="•"/>
            </a:pPr>
            <a:r>
              <a:rPr b="1" lang="ko" sz="1277">
                <a:solidFill>
                  <a:srgbClr val="3F3F3F"/>
                </a:solidFill>
                <a:latin typeface="Noto Sans KR"/>
                <a:ea typeface="Noto Sans KR"/>
                <a:cs typeface="Noto Sans KR"/>
                <a:sym typeface="Noto Sans KR"/>
              </a:rPr>
              <a:t>어떤 내용이 결과로 생성되는지 예시적으로 표현</a:t>
            </a:r>
            <a:endParaRPr sz="1117"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pSp>
        <p:nvGrpSpPr>
          <p:cNvPr id="102" name="Google Shape;102;p18"/>
          <p:cNvGrpSpPr/>
          <p:nvPr/>
        </p:nvGrpSpPr>
        <p:grpSpPr>
          <a:xfrm>
            <a:off x="3951396" y="2838330"/>
            <a:ext cx="1206727" cy="552107"/>
            <a:chOff x="5340068" y="3633028"/>
            <a:chExt cx="1512000" cy="691777"/>
          </a:xfrm>
        </p:grpSpPr>
        <p:sp>
          <p:nvSpPr>
            <p:cNvPr id="103" name="Google Shape;103;p18"/>
            <p:cNvSpPr/>
            <p:nvPr/>
          </p:nvSpPr>
          <p:spPr>
            <a:xfrm>
              <a:off x="5340068" y="3698398"/>
              <a:ext cx="1512000" cy="6063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C5D8F1"/>
            </a:solidFill>
            <a:ln>
              <a:noFill/>
            </a:ln>
          </p:spPr>
          <p:txBody>
            <a:bodyPr anchorCtr="0" anchor="ctr" bIns="36475" lIns="72975" spcFirstLastPara="1" rIns="72975" wrap="square" tIns="364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3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4" name="Google Shape;104;p18"/>
            <p:cNvGrpSpPr/>
            <p:nvPr/>
          </p:nvGrpSpPr>
          <p:grpSpPr>
            <a:xfrm>
              <a:off x="5657982" y="3633028"/>
              <a:ext cx="693905" cy="691777"/>
              <a:chOff x="5549900" y="6350"/>
              <a:chExt cx="998425" cy="995363"/>
            </a:xfrm>
          </p:grpSpPr>
          <p:sp>
            <p:nvSpPr>
              <p:cNvPr id="105" name="Google Shape;105;p18"/>
              <p:cNvSpPr/>
              <p:nvPr/>
            </p:nvSpPr>
            <p:spPr>
              <a:xfrm>
                <a:off x="6122988" y="238125"/>
                <a:ext cx="30300" cy="303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" name="Google Shape;106;p18"/>
              <p:cNvSpPr/>
              <p:nvPr/>
            </p:nvSpPr>
            <p:spPr>
              <a:xfrm>
                <a:off x="6210300" y="238125"/>
                <a:ext cx="30300" cy="303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" name="Google Shape;107;p18"/>
              <p:cNvSpPr/>
              <p:nvPr/>
            </p:nvSpPr>
            <p:spPr>
              <a:xfrm>
                <a:off x="6169025" y="131763"/>
                <a:ext cx="44450" cy="57150"/>
              </a:xfrm>
              <a:custGeom>
                <a:rect b="b" l="l" r="r" t="t"/>
                <a:pathLst>
                  <a:path extrusionOk="0" h="36" w="28">
                    <a:moveTo>
                      <a:pt x="0" y="0"/>
                    </a:moveTo>
                    <a:lnTo>
                      <a:pt x="0" y="19"/>
                    </a:lnTo>
                    <a:lnTo>
                      <a:pt x="9" y="19"/>
                    </a:lnTo>
                    <a:lnTo>
                      <a:pt x="9" y="36"/>
                    </a:lnTo>
                    <a:lnTo>
                      <a:pt x="28" y="36"/>
                    </a:lnTo>
                    <a:lnTo>
                      <a:pt x="28" y="17"/>
                    </a:lnTo>
                    <a:lnTo>
                      <a:pt x="19" y="17"/>
                    </a:lnTo>
                    <a:lnTo>
                      <a:pt x="1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" name="Google Shape;108;p18"/>
              <p:cNvSpPr/>
              <p:nvPr/>
            </p:nvSpPr>
            <p:spPr>
              <a:xfrm>
                <a:off x="6316663" y="230188"/>
                <a:ext cx="45900" cy="459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" name="Google Shape;109;p18"/>
              <p:cNvSpPr/>
              <p:nvPr/>
            </p:nvSpPr>
            <p:spPr>
              <a:xfrm>
                <a:off x="6138863" y="708025"/>
                <a:ext cx="30300" cy="318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" name="Google Shape;110;p18"/>
              <p:cNvSpPr/>
              <p:nvPr/>
            </p:nvSpPr>
            <p:spPr>
              <a:xfrm>
                <a:off x="6213475" y="708025"/>
                <a:ext cx="30300" cy="318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" name="Google Shape;111;p18"/>
              <p:cNvSpPr/>
              <p:nvPr/>
            </p:nvSpPr>
            <p:spPr>
              <a:xfrm>
                <a:off x="6175375" y="792163"/>
                <a:ext cx="46038" cy="60325"/>
              </a:xfrm>
              <a:custGeom>
                <a:rect b="b" l="l" r="r" t="t"/>
                <a:pathLst>
                  <a:path extrusionOk="0" h="38" w="29">
                    <a:moveTo>
                      <a:pt x="20" y="19"/>
                    </a:moveTo>
                    <a:lnTo>
                      <a:pt x="29" y="19"/>
                    </a:lnTo>
                    <a:lnTo>
                      <a:pt x="29" y="0"/>
                    </a:lnTo>
                    <a:lnTo>
                      <a:pt x="10" y="0"/>
                    </a:lnTo>
                    <a:lnTo>
                      <a:pt x="10" y="19"/>
                    </a:lnTo>
                    <a:lnTo>
                      <a:pt x="0" y="19"/>
                    </a:lnTo>
                    <a:lnTo>
                      <a:pt x="0" y="38"/>
                    </a:lnTo>
                    <a:lnTo>
                      <a:pt x="20" y="38"/>
                    </a:lnTo>
                    <a:lnTo>
                      <a:pt x="20" y="1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" name="Google Shape;112;p18"/>
              <p:cNvSpPr/>
              <p:nvPr/>
            </p:nvSpPr>
            <p:spPr>
              <a:xfrm>
                <a:off x="6327775" y="701675"/>
                <a:ext cx="45900" cy="444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" name="Google Shape;113;p18"/>
              <p:cNvSpPr/>
              <p:nvPr/>
            </p:nvSpPr>
            <p:spPr>
              <a:xfrm>
                <a:off x="6169025" y="488950"/>
                <a:ext cx="30300" cy="303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" name="Google Shape;114;p18"/>
              <p:cNvSpPr/>
              <p:nvPr/>
            </p:nvSpPr>
            <p:spPr>
              <a:xfrm>
                <a:off x="6243638" y="360363"/>
                <a:ext cx="42900" cy="414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" name="Google Shape;115;p18"/>
              <p:cNvSpPr/>
              <p:nvPr/>
            </p:nvSpPr>
            <p:spPr>
              <a:xfrm>
                <a:off x="6243638" y="587375"/>
                <a:ext cx="42900" cy="414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" name="Google Shape;116;p18"/>
              <p:cNvSpPr/>
              <p:nvPr/>
            </p:nvSpPr>
            <p:spPr>
              <a:xfrm>
                <a:off x="6281738" y="481013"/>
                <a:ext cx="45900" cy="459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" name="Google Shape;117;p18"/>
              <p:cNvSpPr/>
              <p:nvPr/>
            </p:nvSpPr>
            <p:spPr>
              <a:xfrm>
                <a:off x="6380163" y="477838"/>
                <a:ext cx="57300" cy="525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" name="Google Shape;118;p18"/>
              <p:cNvSpPr/>
              <p:nvPr/>
            </p:nvSpPr>
            <p:spPr>
              <a:xfrm>
                <a:off x="6319838" y="112713"/>
                <a:ext cx="60300" cy="603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" name="Google Shape;119;p18"/>
              <p:cNvSpPr/>
              <p:nvPr/>
            </p:nvSpPr>
            <p:spPr>
              <a:xfrm>
                <a:off x="6450013" y="279400"/>
                <a:ext cx="60300" cy="618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" name="Google Shape;120;p18"/>
              <p:cNvSpPr/>
              <p:nvPr/>
            </p:nvSpPr>
            <p:spPr>
              <a:xfrm>
                <a:off x="5549900" y="6350"/>
                <a:ext cx="679450" cy="995363"/>
              </a:xfrm>
              <a:custGeom>
                <a:rect b="b" l="l" r="r" t="t"/>
                <a:pathLst>
                  <a:path extrusionOk="0" h="262" w="179">
                    <a:moveTo>
                      <a:pt x="163" y="242"/>
                    </a:moveTo>
                    <a:cubicBezTo>
                      <a:pt x="147" y="242"/>
                      <a:pt x="147" y="242"/>
                      <a:pt x="147" y="242"/>
                    </a:cubicBezTo>
                    <a:cubicBezTo>
                      <a:pt x="147" y="246"/>
                      <a:pt x="147" y="246"/>
                      <a:pt x="147" y="246"/>
                    </a:cubicBezTo>
                    <a:cubicBezTo>
                      <a:pt x="131" y="246"/>
                      <a:pt x="131" y="246"/>
                      <a:pt x="131" y="246"/>
                    </a:cubicBezTo>
                    <a:cubicBezTo>
                      <a:pt x="101" y="246"/>
                      <a:pt x="72" y="234"/>
                      <a:pt x="50" y="213"/>
                    </a:cubicBezTo>
                    <a:cubicBezTo>
                      <a:pt x="28" y="191"/>
                      <a:pt x="16" y="162"/>
                      <a:pt x="16" y="131"/>
                    </a:cubicBezTo>
                    <a:cubicBezTo>
                      <a:pt x="16" y="100"/>
                      <a:pt x="28" y="71"/>
                      <a:pt x="50" y="50"/>
                    </a:cubicBezTo>
                    <a:cubicBezTo>
                      <a:pt x="72" y="28"/>
                      <a:pt x="101" y="16"/>
                      <a:pt x="131" y="16"/>
                    </a:cubicBezTo>
                    <a:cubicBezTo>
                      <a:pt x="147" y="16"/>
                      <a:pt x="147" y="16"/>
                      <a:pt x="147" y="16"/>
                    </a:cubicBezTo>
                    <a:cubicBezTo>
                      <a:pt x="147" y="20"/>
                      <a:pt x="147" y="20"/>
                      <a:pt x="147" y="20"/>
                    </a:cubicBezTo>
                    <a:cubicBezTo>
                      <a:pt x="163" y="20"/>
                      <a:pt x="163" y="20"/>
                      <a:pt x="163" y="20"/>
                    </a:cubicBezTo>
                    <a:cubicBezTo>
                      <a:pt x="163" y="24"/>
                      <a:pt x="163" y="24"/>
                      <a:pt x="163" y="24"/>
                    </a:cubicBezTo>
                    <a:cubicBezTo>
                      <a:pt x="179" y="24"/>
                      <a:pt x="179" y="24"/>
                      <a:pt x="179" y="24"/>
                    </a:cubicBezTo>
                    <a:cubicBezTo>
                      <a:pt x="179" y="8"/>
                      <a:pt x="179" y="8"/>
                      <a:pt x="179" y="8"/>
                    </a:cubicBezTo>
                    <a:cubicBezTo>
                      <a:pt x="163" y="8"/>
                      <a:pt x="163" y="8"/>
                      <a:pt x="163" y="8"/>
                    </a:cubicBezTo>
                    <a:cubicBezTo>
                      <a:pt x="163" y="4"/>
                      <a:pt x="163" y="4"/>
                      <a:pt x="163" y="4"/>
                    </a:cubicBezTo>
                    <a:cubicBezTo>
                      <a:pt x="147" y="4"/>
                      <a:pt x="147" y="4"/>
                      <a:pt x="147" y="4"/>
                    </a:cubicBezTo>
                    <a:cubicBezTo>
                      <a:pt x="147" y="0"/>
                      <a:pt x="147" y="0"/>
                      <a:pt x="147" y="0"/>
                    </a:cubicBezTo>
                    <a:cubicBezTo>
                      <a:pt x="131" y="0"/>
                      <a:pt x="131" y="0"/>
                      <a:pt x="131" y="0"/>
                    </a:cubicBezTo>
                    <a:cubicBezTo>
                      <a:pt x="59" y="0"/>
                      <a:pt x="0" y="59"/>
                      <a:pt x="0" y="131"/>
                    </a:cubicBezTo>
                    <a:cubicBezTo>
                      <a:pt x="0" y="204"/>
                      <a:pt x="59" y="262"/>
                      <a:pt x="131" y="262"/>
                    </a:cubicBezTo>
                    <a:cubicBezTo>
                      <a:pt x="147" y="262"/>
                      <a:pt x="147" y="262"/>
                      <a:pt x="147" y="262"/>
                    </a:cubicBezTo>
                    <a:cubicBezTo>
                      <a:pt x="147" y="258"/>
                      <a:pt x="147" y="258"/>
                      <a:pt x="147" y="258"/>
                    </a:cubicBezTo>
                    <a:cubicBezTo>
                      <a:pt x="163" y="258"/>
                      <a:pt x="163" y="258"/>
                      <a:pt x="163" y="258"/>
                    </a:cubicBezTo>
                    <a:cubicBezTo>
                      <a:pt x="163" y="254"/>
                      <a:pt x="163" y="254"/>
                      <a:pt x="163" y="254"/>
                    </a:cubicBezTo>
                    <a:cubicBezTo>
                      <a:pt x="179" y="254"/>
                      <a:pt x="179" y="254"/>
                      <a:pt x="179" y="254"/>
                    </a:cubicBezTo>
                    <a:cubicBezTo>
                      <a:pt x="179" y="238"/>
                      <a:pt x="179" y="238"/>
                      <a:pt x="179" y="238"/>
                    </a:cubicBezTo>
                    <a:cubicBezTo>
                      <a:pt x="163" y="238"/>
                      <a:pt x="163" y="238"/>
                      <a:pt x="163" y="238"/>
                    </a:cubicBezTo>
                    <a:lnTo>
                      <a:pt x="163" y="24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" name="Google Shape;121;p18"/>
              <p:cNvSpPr/>
              <p:nvPr/>
            </p:nvSpPr>
            <p:spPr>
              <a:xfrm>
                <a:off x="6319838" y="833438"/>
                <a:ext cx="60300" cy="618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" name="Google Shape;122;p18"/>
              <p:cNvSpPr/>
              <p:nvPr/>
            </p:nvSpPr>
            <p:spPr>
              <a:xfrm>
                <a:off x="6450013" y="652463"/>
                <a:ext cx="60300" cy="603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" name="Google Shape;123;p18"/>
              <p:cNvSpPr/>
              <p:nvPr/>
            </p:nvSpPr>
            <p:spPr>
              <a:xfrm>
                <a:off x="6486525" y="473075"/>
                <a:ext cx="61800" cy="618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" name="Google Shape;124;p18"/>
              <p:cNvSpPr/>
              <p:nvPr/>
            </p:nvSpPr>
            <p:spPr>
              <a:xfrm>
                <a:off x="5667375" y="123825"/>
                <a:ext cx="455613" cy="758825"/>
              </a:xfrm>
              <a:custGeom>
                <a:rect b="b" l="l" r="r" t="t"/>
                <a:pathLst>
                  <a:path extrusionOk="0" h="200" w="120">
                    <a:moveTo>
                      <a:pt x="120" y="104"/>
                    </a:moveTo>
                    <a:cubicBezTo>
                      <a:pt x="120" y="96"/>
                      <a:pt x="120" y="96"/>
                      <a:pt x="120" y="96"/>
                    </a:cubicBezTo>
                    <a:cubicBezTo>
                      <a:pt x="104" y="96"/>
                      <a:pt x="104" y="96"/>
                      <a:pt x="104" y="96"/>
                    </a:cubicBezTo>
                    <a:cubicBezTo>
                      <a:pt x="104" y="96"/>
                      <a:pt x="104" y="96"/>
                      <a:pt x="104" y="96"/>
                    </a:cubicBezTo>
                    <a:cubicBezTo>
                      <a:pt x="104" y="96"/>
                      <a:pt x="104" y="96"/>
                      <a:pt x="104" y="96"/>
                    </a:cubicBezTo>
                    <a:cubicBezTo>
                      <a:pt x="104" y="38"/>
                      <a:pt x="104" y="38"/>
                      <a:pt x="104" y="38"/>
                    </a:cubicBezTo>
                    <a:cubicBezTo>
                      <a:pt x="104" y="38"/>
                      <a:pt x="104" y="38"/>
                      <a:pt x="104" y="38"/>
                    </a:cubicBezTo>
                    <a:cubicBezTo>
                      <a:pt x="104" y="38"/>
                      <a:pt x="104" y="38"/>
                      <a:pt x="104" y="38"/>
                    </a:cubicBezTo>
                    <a:cubicBezTo>
                      <a:pt x="112" y="38"/>
                      <a:pt x="112" y="38"/>
                      <a:pt x="112" y="38"/>
                    </a:cubicBezTo>
                    <a:cubicBezTo>
                      <a:pt x="112" y="30"/>
                      <a:pt x="112" y="30"/>
                      <a:pt x="112" y="30"/>
                    </a:cubicBezTo>
                    <a:cubicBezTo>
                      <a:pt x="104" y="30"/>
                      <a:pt x="104" y="30"/>
                      <a:pt x="104" y="30"/>
                    </a:cubicBezTo>
                    <a:cubicBezTo>
                      <a:pt x="104" y="30"/>
                      <a:pt x="104" y="30"/>
                      <a:pt x="104" y="30"/>
                    </a:cubicBezTo>
                    <a:cubicBezTo>
                      <a:pt x="104" y="30"/>
                      <a:pt x="104" y="30"/>
                      <a:pt x="104" y="30"/>
                    </a:cubicBezTo>
                    <a:cubicBezTo>
                      <a:pt x="104" y="0"/>
                      <a:pt x="104" y="0"/>
                      <a:pt x="104" y="0"/>
                    </a:cubicBezTo>
                    <a:cubicBezTo>
                      <a:pt x="103" y="0"/>
                      <a:pt x="102" y="0"/>
                      <a:pt x="100" y="0"/>
                    </a:cubicBezTo>
                    <a:cubicBezTo>
                      <a:pt x="99" y="0"/>
                      <a:pt x="98" y="0"/>
                      <a:pt x="96" y="0"/>
                    </a:cubicBezTo>
                    <a:cubicBezTo>
                      <a:pt x="96" y="30"/>
                      <a:pt x="96" y="30"/>
                      <a:pt x="96" y="30"/>
                    </a:cubicBezTo>
                    <a:cubicBezTo>
                      <a:pt x="59" y="30"/>
                      <a:pt x="59" y="30"/>
                      <a:pt x="59" y="30"/>
                    </a:cubicBezTo>
                    <a:cubicBezTo>
                      <a:pt x="63" y="20"/>
                      <a:pt x="66" y="12"/>
                      <a:pt x="71" y="5"/>
                    </a:cubicBezTo>
                    <a:cubicBezTo>
                      <a:pt x="67" y="6"/>
                      <a:pt x="63" y="7"/>
                      <a:pt x="59" y="9"/>
                    </a:cubicBezTo>
                    <a:cubicBezTo>
                      <a:pt x="56" y="15"/>
                      <a:pt x="53" y="23"/>
                      <a:pt x="51" y="30"/>
                    </a:cubicBezTo>
                    <a:cubicBezTo>
                      <a:pt x="29" y="30"/>
                      <a:pt x="29" y="30"/>
                      <a:pt x="29" y="30"/>
                    </a:cubicBezTo>
                    <a:cubicBezTo>
                      <a:pt x="26" y="33"/>
                      <a:pt x="24" y="35"/>
                      <a:pt x="22" y="38"/>
                    </a:cubicBezTo>
                    <a:cubicBezTo>
                      <a:pt x="49" y="38"/>
                      <a:pt x="49" y="38"/>
                      <a:pt x="49" y="38"/>
                    </a:cubicBezTo>
                    <a:cubicBezTo>
                      <a:pt x="44" y="56"/>
                      <a:pt x="41" y="76"/>
                      <a:pt x="41" y="96"/>
                    </a:cubicBezTo>
                    <a:cubicBezTo>
                      <a:pt x="0" y="96"/>
                      <a:pt x="0" y="96"/>
                      <a:pt x="0" y="96"/>
                    </a:cubicBezTo>
                    <a:cubicBezTo>
                      <a:pt x="0" y="98"/>
                      <a:pt x="0" y="99"/>
                      <a:pt x="0" y="100"/>
                    </a:cubicBezTo>
                    <a:cubicBezTo>
                      <a:pt x="0" y="102"/>
                      <a:pt x="0" y="103"/>
                      <a:pt x="0" y="104"/>
                    </a:cubicBezTo>
                    <a:cubicBezTo>
                      <a:pt x="41" y="104"/>
                      <a:pt x="41" y="104"/>
                      <a:pt x="41" y="104"/>
                    </a:cubicBezTo>
                    <a:cubicBezTo>
                      <a:pt x="41" y="122"/>
                      <a:pt x="43" y="138"/>
                      <a:pt x="47" y="154"/>
                    </a:cubicBezTo>
                    <a:cubicBezTo>
                      <a:pt x="16" y="154"/>
                      <a:pt x="16" y="154"/>
                      <a:pt x="16" y="154"/>
                    </a:cubicBezTo>
                    <a:cubicBezTo>
                      <a:pt x="17" y="156"/>
                      <a:pt x="19" y="159"/>
                      <a:pt x="21" y="162"/>
                    </a:cubicBezTo>
                    <a:cubicBezTo>
                      <a:pt x="48" y="162"/>
                      <a:pt x="48" y="162"/>
                      <a:pt x="48" y="162"/>
                    </a:cubicBezTo>
                    <a:cubicBezTo>
                      <a:pt x="51" y="173"/>
                      <a:pt x="55" y="183"/>
                      <a:pt x="59" y="191"/>
                    </a:cubicBezTo>
                    <a:cubicBezTo>
                      <a:pt x="63" y="193"/>
                      <a:pt x="67" y="195"/>
                      <a:pt x="71" y="196"/>
                    </a:cubicBezTo>
                    <a:cubicBezTo>
                      <a:pt x="65" y="187"/>
                      <a:pt x="60" y="175"/>
                      <a:pt x="57" y="162"/>
                    </a:cubicBezTo>
                    <a:cubicBezTo>
                      <a:pt x="96" y="162"/>
                      <a:pt x="96" y="162"/>
                      <a:pt x="96" y="162"/>
                    </a:cubicBezTo>
                    <a:cubicBezTo>
                      <a:pt x="96" y="200"/>
                      <a:pt x="96" y="200"/>
                      <a:pt x="96" y="200"/>
                    </a:cubicBezTo>
                    <a:cubicBezTo>
                      <a:pt x="98" y="200"/>
                      <a:pt x="99" y="200"/>
                      <a:pt x="100" y="200"/>
                    </a:cubicBezTo>
                    <a:cubicBezTo>
                      <a:pt x="102" y="200"/>
                      <a:pt x="103" y="200"/>
                      <a:pt x="104" y="200"/>
                    </a:cubicBezTo>
                    <a:cubicBezTo>
                      <a:pt x="104" y="162"/>
                      <a:pt x="104" y="162"/>
                      <a:pt x="104" y="162"/>
                    </a:cubicBezTo>
                    <a:cubicBezTo>
                      <a:pt x="104" y="162"/>
                      <a:pt x="104" y="162"/>
                      <a:pt x="104" y="162"/>
                    </a:cubicBezTo>
                    <a:cubicBezTo>
                      <a:pt x="104" y="162"/>
                      <a:pt x="104" y="162"/>
                      <a:pt x="104" y="162"/>
                    </a:cubicBezTo>
                    <a:cubicBezTo>
                      <a:pt x="112" y="162"/>
                      <a:pt x="112" y="162"/>
                      <a:pt x="112" y="162"/>
                    </a:cubicBezTo>
                    <a:cubicBezTo>
                      <a:pt x="112" y="154"/>
                      <a:pt x="112" y="154"/>
                      <a:pt x="112" y="154"/>
                    </a:cubicBezTo>
                    <a:cubicBezTo>
                      <a:pt x="104" y="154"/>
                      <a:pt x="104" y="154"/>
                      <a:pt x="104" y="154"/>
                    </a:cubicBezTo>
                    <a:cubicBezTo>
                      <a:pt x="104" y="154"/>
                      <a:pt x="104" y="154"/>
                      <a:pt x="104" y="154"/>
                    </a:cubicBezTo>
                    <a:cubicBezTo>
                      <a:pt x="104" y="154"/>
                      <a:pt x="104" y="154"/>
                      <a:pt x="104" y="154"/>
                    </a:cubicBezTo>
                    <a:cubicBezTo>
                      <a:pt x="104" y="104"/>
                      <a:pt x="104" y="104"/>
                      <a:pt x="104" y="104"/>
                    </a:cubicBezTo>
                    <a:cubicBezTo>
                      <a:pt x="104" y="104"/>
                      <a:pt x="104" y="104"/>
                      <a:pt x="104" y="104"/>
                    </a:cubicBezTo>
                    <a:cubicBezTo>
                      <a:pt x="104" y="104"/>
                      <a:pt x="104" y="104"/>
                      <a:pt x="104" y="104"/>
                    </a:cubicBezTo>
                    <a:lnTo>
                      <a:pt x="120" y="104"/>
                    </a:lnTo>
                    <a:close/>
                    <a:moveTo>
                      <a:pt x="96" y="154"/>
                    </a:moveTo>
                    <a:cubicBezTo>
                      <a:pt x="55" y="154"/>
                      <a:pt x="55" y="154"/>
                      <a:pt x="55" y="154"/>
                    </a:cubicBezTo>
                    <a:cubicBezTo>
                      <a:pt x="51" y="139"/>
                      <a:pt x="49" y="122"/>
                      <a:pt x="49" y="104"/>
                    </a:cubicBezTo>
                    <a:cubicBezTo>
                      <a:pt x="96" y="104"/>
                      <a:pt x="96" y="104"/>
                      <a:pt x="96" y="104"/>
                    </a:cubicBezTo>
                    <a:lnTo>
                      <a:pt x="96" y="154"/>
                    </a:lnTo>
                    <a:close/>
                    <a:moveTo>
                      <a:pt x="96" y="96"/>
                    </a:moveTo>
                    <a:cubicBezTo>
                      <a:pt x="49" y="96"/>
                      <a:pt x="49" y="96"/>
                      <a:pt x="49" y="96"/>
                    </a:cubicBezTo>
                    <a:cubicBezTo>
                      <a:pt x="49" y="75"/>
                      <a:pt x="52" y="55"/>
                      <a:pt x="57" y="38"/>
                    </a:cubicBezTo>
                    <a:cubicBezTo>
                      <a:pt x="96" y="38"/>
                      <a:pt x="96" y="38"/>
                      <a:pt x="96" y="38"/>
                    </a:cubicBezTo>
                    <a:lnTo>
                      <a:pt x="96" y="9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9" name="Google Shape;129;p19"/>
          <p:cNvCxnSpPr/>
          <p:nvPr/>
        </p:nvCxnSpPr>
        <p:spPr>
          <a:xfrm>
            <a:off x="270000" y="429333"/>
            <a:ext cx="86214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0" name="Google Shape;130;p19"/>
          <p:cNvSpPr txBox="1"/>
          <p:nvPr/>
        </p:nvSpPr>
        <p:spPr>
          <a:xfrm>
            <a:off x="270000" y="255665"/>
            <a:ext cx="60798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>
                <a:solidFill>
                  <a:srgbClr val="939393"/>
                </a:solidFill>
                <a:latin typeface="Gothic A1"/>
                <a:ea typeface="Gothic A1"/>
                <a:cs typeface="Gothic A1"/>
                <a:sym typeface="Gothic A1"/>
              </a:rPr>
              <a:t>서비스</a:t>
            </a:r>
            <a:r>
              <a:rPr lang="ko" sz="700">
                <a:solidFill>
                  <a:srgbClr val="939393"/>
                </a:solidFill>
                <a:latin typeface="Gothic A1"/>
                <a:ea typeface="Gothic A1"/>
                <a:cs typeface="Gothic A1"/>
                <a:sym typeface="Gothic A1"/>
              </a:rPr>
              <a:t> 소개</a:t>
            </a:r>
            <a:endParaRPr sz="700">
              <a:solidFill>
                <a:srgbClr val="939393"/>
              </a:solidFill>
              <a:latin typeface="Gothic A1"/>
              <a:ea typeface="Gothic A1"/>
              <a:cs typeface="Gothic A1"/>
              <a:sym typeface="Gothic A1"/>
            </a:endParaRPr>
          </a:p>
        </p:txBody>
      </p:sp>
      <p:sp>
        <p:nvSpPr>
          <p:cNvPr id="131" name="Google Shape;131;p19"/>
          <p:cNvSpPr txBox="1"/>
          <p:nvPr/>
        </p:nvSpPr>
        <p:spPr>
          <a:xfrm>
            <a:off x="236413" y="796141"/>
            <a:ext cx="420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solidFill>
                  <a:srgbClr val="0066FF"/>
                </a:solidFill>
                <a:latin typeface="Noto Sans KR"/>
                <a:ea typeface="Noto Sans KR"/>
                <a:cs typeface="Noto Sans KR"/>
                <a:sym typeface="Noto Sans KR"/>
              </a:rPr>
              <a:t>서비스 입력˙출력</a:t>
            </a:r>
            <a:endParaRPr b="1" sz="2000">
              <a:solidFill>
                <a:srgbClr val="0066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2" name="Google Shape;132;p19"/>
          <p:cNvSpPr txBox="1"/>
          <p:nvPr/>
        </p:nvSpPr>
        <p:spPr>
          <a:xfrm>
            <a:off x="270000" y="1440175"/>
            <a:ext cx="3681600" cy="27720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txBody>
          <a:bodyPr anchorCtr="0" anchor="ctr" bIns="36475" lIns="72975" spcFirstLastPara="1" rIns="72975" wrap="square" tIns="364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3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입력값</a:t>
            </a:r>
            <a:endParaRPr sz="13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3" name="Google Shape;133;p19"/>
          <p:cNvSpPr txBox="1"/>
          <p:nvPr/>
        </p:nvSpPr>
        <p:spPr>
          <a:xfrm>
            <a:off x="270000" y="1819375"/>
            <a:ext cx="3681600" cy="3043200"/>
          </a:xfrm>
          <a:prstGeom prst="rect">
            <a:avLst/>
          </a:prstGeom>
          <a:solidFill>
            <a:srgbClr val="FFFFFF"/>
          </a:solidFill>
          <a:ln cap="flat" cmpd="sng" w="76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475" lIns="72975" spcFirstLastPara="1" rIns="72975" wrap="square" tIns="36475">
            <a:noAutofit/>
          </a:bodyPr>
          <a:lstStyle/>
          <a:p>
            <a:pPr indent="-51947" lvl="0" marL="215388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77"/>
              <a:buFont typeface="Arial"/>
              <a:buNone/>
            </a:pPr>
            <a:r>
              <a:t/>
            </a:r>
            <a:endParaRPr b="1" sz="1277">
              <a:solidFill>
                <a:srgbClr val="3F3F3F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33034" lvl="0" marL="215388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77"/>
              <a:buFont typeface="Noto Sans KR"/>
              <a:buChar char="•"/>
            </a:pPr>
            <a:r>
              <a:rPr b="1" lang="ko" sz="1277">
                <a:solidFill>
                  <a:srgbClr val="3F3F3F"/>
                </a:solidFill>
                <a:latin typeface="Noto Sans KR"/>
                <a:ea typeface="Noto Sans KR"/>
                <a:cs typeface="Noto Sans KR"/>
                <a:sym typeface="Noto Sans KR"/>
              </a:rPr>
              <a:t>가변명 : 예시 데이터</a:t>
            </a:r>
            <a:endParaRPr b="1" sz="1277">
              <a:solidFill>
                <a:srgbClr val="3F3F3F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82354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77"/>
              <a:buFont typeface="Arial"/>
              <a:buNone/>
            </a:pPr>
            <a:r>
              <a:rPr b="1" lang="ko" sz="1277">
                <a:solidFill>
                  <a:srgbClr val="3F3F3F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 sz="1117"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33034" lvl="0" marL="215388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77"/>
              <a:buFont typeface="Noto Sans KR"/>
              <a:buChar char="•"/>
            </a:pPr>
            <a:r>
              <a:rPr b="1" lang="ko" sz="1277">
                <a:solidFill>
                  <a:srgbClr val="3F3F3F"/>
                </a:solidFill>
                <a:latin typeface="Noto Sans KR"/>
                <a:ea typeface="Noto Sans KR"/>
                <a:cs typeface="Noto Sans KR"/>
                <a:sym typeface="Noto Sans KR"/>
              </a:rPr>
              <a:t>가변명 : 예시 데이터</a:t>
            </a:r>
            <a:endParaRPr b="1" sz="1277">
              <a:solidFill>
                <a:srgbClr val="3F3F3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4" name="Google Shape;134;p19"/>
          <p:cNvSpPr txBox="1"/>
          <p:nvPr/>
        </p:nvSpPr>
        <p:spPr>
          <a:xfrm>
            <a:off x="5061275" y="1440175"/>
            <a:ext cx="3681600" cy="27720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txBody>
          <a:bodyPr anchorCtr="0" anchor="ctr" bIns="36475" lIns="72975" spcFirstLastPara="1" rIns="72975" wrap="square" tIns="364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3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출력값</a:t>
            </a:r>
            <a:endParaRPr sz="13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5" name="Google Shape;135;p19"/>
          <p:cNvSpPr txBox="1"/>
          <p:nvPr/>
        </p:nvSpPr>
        <p:spPr>
          <a:xfrm>
            <a:off x="5061275" y="1819450"/>
            <a:ext cx="3681600" cy="3043200"/>
          </a:xfrm>
          <a:prstGeom prst="rect">
            <a:avLst/>
          </a:prstGeom>
          <a:solidFill>
            <a:srgbClr val="FFFFFF"/>
          </a:solidFill>
          <a:ln cap="flat" cmpd="sng" w="76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475" lIns="72975" spcFirstLastPara="1" rIns="72975" wrap="square" tIns="36475">
            <a:noAutofit/>
          </a:bodyPr>
          <a:lstStyle/>
          <a:p>
            <a:pPr indent="-51947" lvl="0" marL="215388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77"/>
              <a:buFont typeface="Arial"/>
              <a:buNone/>
            </a:pPr>
            <a:r>
              <a:t/>
            </a:r>
            <a:endParaRPr b="1" sz="1277">
              <a:solidFill>
                <a:srgbClr val="3F3F3F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33034" lvl="0" marL="215388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77"/>
              <a:buFont typeface="Noto Sans KR"/>
              <a:buChar char="•"/>
            </a:pPr>
            <a:r>
              <a:rPr b="1" lang="ko" sz="1277">
                <a:solidFill>
                  <a:srgbClr val="3F3F3F"/>
                </a:solidFill>
                <a:latin typeface="Noto Sans KR"/>
                <a:ea typeface="Noto Sans KR"/>
                <a:cs typeface="Noto Sans KR"/>
                <a:sym typeface="Noto Sans KR"/>
              </a:rPr>
              <a:t>어떤 내용이 결과로 생성되는지 예시적으로 표현</a:t>
            </a:r>
            <a:endParaRPr sz="1117"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pSp>
        <p:nvGrpSpPr>
          <p:cNvPr id="136" name="Google Shape;136;p19"/>
          <p:cNvGrpSpPr/>
          <p:nvPr/>
        </p:nvGrpSpPr>
        <p:grpSpPr>
          <a:xfrm>
            <a:off x="3951396" y="2838330"/>
            <a:ext cx="1206727" cy="552107"/>
            <a:chOff x="5340068" y="3633028"/>
            <a:chExt cx="1512000" cy="691777"/>
          </a:xfrm>
        </p:grpSpPr>
        <p:sp>
          <p:nvSpPr>
            <p:cNvPr id="137" name="Google Shape;137;p19"/>
            <p:cNvSpPr/>
            <p:nvPr/>
          </p:nvSpPr>
          <p:spPr>
            <a:xfrm>
              <a:off x="5340068" y="3698398"/>
              <a:ext cx="1512000" cy="6063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C5D8F1"/>
            </a:solidFill>
            <a:ln>
              <a:noFill/>
            </a:ln>
          </p:spPr>
          <p:txBody>
            <a:bodyPr anchorCtr="0" anchor="ctr" bIns="36475" lIns="72975" spcFirstLastPara="1" rIns="72975" wrap="square" tIns="364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3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8" name="Google Shape;138;p19"/>
            <p:cNvGrpSpPr/>
            <p:nvPr/>
          </p:nvGrpSpPr>
          <p:grpSpPr>
            <a:xfrm>
              <a:off x="5657982" y="3633028"/>
              <a:ext cx="693905" cy="691777"/>
              <a:chOff x="5549900" y="6350"/>
              <a:chExt cx="998425" cy="995363"/>
            </a:xfrm>
          </p:grpSpPr>
          <p:sp>
            <p:nvSpPr>
              <p:cNvPr id="139" name="Google Shape;139;p19"/>
              <p:cNvSpPr/>
              <p:nvPr/>
            </p:nvSpPr>
            <p:spPr>
              <a:xfrm>
                <a:off x="6122988" y="238125"/>
                <a:ext cx="30300" cy="303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" name="Google Shape;140;p19"/>
              <p:cNvSpPr/>
              <p:nvPr/>
            </p:nvSpPr>
            <p:spPr>
              <a:xfrm>
                <a:off x="6210300" y="238125"/>
                <a:ext cx="30300" cy="303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" name="Google Shape;141;p19"/>
              <p:cNvSpPr/>
              <p:nvPr/>
            </p:nvSpPr>
            <p:spPr>
              <a:xfrm>
                <a:off x="6169025" y="131763"/>
                <a:ext cx="44450" cy="57150"/>
              </a:xfrm>
              <a:custGeom>
                <a:rect b="b" l="l" r="r" t="t"/>
                <a:pathLst>
                  <a:path extrusionOk="0" h="36" w="28">
                    <a:moveTo>
                      <a:pt x="0" y="0"/>
                    </a:moveTo>
                    <a:lnTo>
                      <a:pt x="0" y="19"/>
                    </a:lnTo>
                    <a:lnTo>
                      <a:pt x="9" y="19"/>
                    </a:lnTo>
                    <a:lnTo>
                      <a:pt x="9" y="36"/>
                    </a:lnTo>
                    <a:lnTo>
                      <a:pt x="28" y="36"/>
                    </a:lnTo>
                    <a:lnTo>
                      <a:pt x="28" y="17"/>
                    </a:lnTo>
                    <a:lnTo>
                      <a:pt x="19" y="17"/>
                    </a:lnTo>
                    <a:lnTo>
                      <a:pt x="1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" name="Google Shape;142;p19"/>
              <p:cNvSpPr/>
              <p:nvPr/>
            </p:nvSpPr>
            <p:spPr>
              <a:xfrm>
                <a:off x="6316663" y="230188"/>
                <a:ext cx="45900" cy="459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" name="Google Shape;143;p19"/>
              <p:cNvSpPr/>
              <p:nvPr/>
            </p:nvSpPr>
            <p:spPr>
              <a:xfrm>
                <a:off x="6138863" y="708025"/>
                <a:ext cx="30300" cy="318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" name="Google Shape;144;p19"/>
              <p:cNvSpPr/>
              <p:nvPr/>
            </p:nvSpPr>
            <p:spPr>
              <a:xfrm>
                <a:off x="6213475" y="708025"/>
                <a:ext cx="30300" cy="318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" name="Google Shape;145;p19"/>
              <p:cNvSpPr/>
              <p:nvPr/>
            </p:nvSpPr>
            <p:spPr>
              <a:xfrm>
                <a:off x="6175375" y="792163"/>
                <a:ext cx="46038" cy="60325"/>
              </a:xfrm>
              <a:custGeom>
                <a:rect b="b" l="l" r="r" t="t"/>
                <a:pathLst>
                  <a:path extrusionOk="0" h="38" w="29">
                    <a:moveTo>
                      <a:pt x="20" y="19"/>
                    </a:moveTo>
                    <a:lnTo>
                      <a:pt x="29" y="19"/>
                    </a:lnTo>
                    <a:lnTo>
                      <a:pt x="29" y="0"/>
                    </a:lnTo>
                    <a:lnTo>
                      <a:pt x="10" y="0"/>
                    </a:lnTo>
                    <a:lnTo>
                      <a:pt x="10" y="19"/>
                    </a:lnTo>
                    <a:lnTo>
                      <a:pt x="0" y="19"/>
                    </a:lnTo>
                    <a:lnTo>
                      <a:pt x="0" y="38"/>
                    </a:lnTo>
                    <a:lnTo>
                      <a:pt x="20" y="38"/>
                    </a:lnTo>
                    <a:lnTo>
                      <a:pt x="20" y="1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" name="Google Shape;146;p19"/>
              <p:cNvSpPr/>
              <p:nvPr/>
            </p:nvSpPr>
            <p:spPr>
              <a:xfrm>
                <a:off x="6327775" y="701675"/>
                <a:ext cx="45900" cy="444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" name="Google Shape;147;p19"/>
              <p:cNvSpPr/>
              <p:nvPr/>
            </p:nvSpPr>
            <p:spPr>
              <a:xfrm>
                <a:off x="6169025" y="488950"/>
                <a:ext cx="30300" cy="303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" name="Google Shape;148;p19"/>
              <p:cNvSpPr/>
              <p:nvPr/>
            </p:nvSpPr>
            <p:spPr>
              <a:xfrm>
                <a:off x="6243638" y="360363"/>
                <a:ext cx="42900" cy="414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" name="Google Shape;149;p19"/>
              <p:cNvSpPr/>
              <p:nvPr/>
            </p:nvSpPr>
            <p:spPr>
              <a:xfrm>
                <a:off x="6243638" y="587375"/>
                <a:ext cx="42900" cy="414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" name="Google Shape;150;p19"/>
              <p:cNvSpPr/>
              <p:nvPr/>
            </p:nvSpPr>
            <p:spPr>
              <a:xfrm>
                <a:off x="6281738" y="481013"/>
                <a:ext cx="45900" cy="459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" name="Google Shape;151;p19"/>
              <p:cNvSpPr/>
              <p:nvPr/>
            </p:nvSpPr>
            <p:spPr>
              <a:xfrm>
                <a:off x="6380163" y="477838"/>
                <a:ext cx="57300" cy="525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" name="Google Shape;152;p19"/>
              <p:cNvSpPr/>
              <p:nvPr/>
            </p:nvSpPr>
            <p:spPr>
              <a:xfrm>
                <a:off x="6319838" y="112713"/>
                <a:ext cx="60300" cy="603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" name="Google Shape;153;p19"/>
              <p:cNvSpPr/>
              <p:nvPr/>
            </p:nvSpPr>
            <p:spPr>
              <a:xfrm>
                <a:off x="6450013" y="279400"/>
                <a:ext cx="60300" cy="618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" name="Google Shape;154;p19"/>
              <p:cNvSpPr/>
              <p:nvPr/>
            </p:nvSpPr>
            <p:spPr>
              <a:xfrm>
                <a:off x="5549900" y="6350"/>
                <a:ext cx="679450" cy="995363"/>
              </a:xfrm>
              <a:custGeom>
                <a:rect b="b" l="l" r="r" t="t"/>
                <a:pathLst>
                  <a:path extrusionOk="0" h="262" w="179">
                    <a:moveTo>
                      <a:pt x="163" y="242"/>
                    </a:moveTo>
                    <a:cubicBezTo>
                      <a:pt x="147" y="242"/>
                      <a:pt x="147" y="242"/>
                      <a:pt x="147" y="242"/>
                    </a:cubicBezTo>
                    <a:cubicBezTo>
                      <a:pt x="147" y="246"/>
                      <a:pt x="147" y="246"/>
                      <a:pt x="147" y="246"/>
                    </a:cubicBezTo>
                    <a:cubicBezTo>
                      <a:pt x="131" y="246"/>
                      <a:pt x="131" y="246"/>
                      <a:pt x="131" y="246"/>
                    </a:cubicBezTo>
                    <a:cubicBezTo>
                      <a:pt x="101" y="246"/>
                      <a:pt x="72" y="234"/>
                      <a:pt x="50" y="213"/>
                    </a:cubicBezTo>
                    <a:cubicBezTo>
                      <a:pt x="28" y="191"/>
                      <a:pt x="16" y="162"/>
                      <a:pt x="16" y="131"/>
                    </a:cubicBezTo>
                    <a:cubicBezTo>
                      <a:pt x="16" y="100"/>
                      <a:pt x="28" y="71"/>
                      <a:pt x="50" y="50"/>
                    </a:cubicBezTo>
                    <a:cubicBezTo>
                      <a:pt x="72" y="28"/>
                      <a:pt x="101" y="16"/>
                      <a:pt x="131" y="16"/>
                    </a:cubicBezTo>
                    <a:cubicBezTo>
                      <a:pt x="147" y="16"/>
                      <a:pt x="147" y="16"/>
                      <a:pt x="147" y="16"/>
                    </a:cubicBezTo>
                    <a:cubicBezTo>
                      <a:pt x="147" y="20"/>
                      <a:pt x="147" y="20"/>
                      <a:pt x="147" y="20"/>
                    </a:cubicBezTo>
                    <a:cubicBezTo>
                      <a:pt x="163" y="20"/>
                      <a:pt x="163" y="20"/>
                      <a:pt x="163" y="20"/>
                    </a:cubicBezTo>
                    <a:cubicBezTo>
                      <a:pt x="163" y="24"/>
                      <a:pt x="163" y="24"/>
                      <a:pt x="163" y="24"/>
                    </a:cubicBezTo>
                    <a:cubicBezTo>
                      <a:pt x="179" y="24"/>
                      <a:pt x="179" y="24"/>
                      <a:pt x="179" y="24"/>
                    </a:cubicBezTo>
                    <a:cubicBezTo>
                      <a:pt x="179" y="8"/>
                      <a:pt x="179" y="8"/>
                      <a:pt x="179" y="8"/>
                    </a:cubicBezTo>
                    <a:cubicBezTo>
                      <a:pt x="163" y="8"/>
                      <a:pt x="163" y="8"/>
                      <a:pt x="163" y="8"/>
                    </a:cubicBezTo>
                    <a:cubicBezTo>
                      <a:pt x="163" y="4"/>
                      <a:pt x="163" y="4"/>
                      <a:pt x="163" y="4"/>
                    </a:cubicBezTo>
                    <a:cubicBezTo>
                      <a:pt x="147" y="4"/>
                      <a:pt x="147" y="4"/>
                      <a:pt x="147" y="4"/>
                    </a:cubicBezTo>
                    <a:cubicBezTo>
                      <a:pt x="147" y="0"/>
                      <a:pt x="147" y="0"/>
                      <a:pt x="147" y="0"/>
                    </a:cubicBezTo>
                    <a:cubicBezTo>
                      <a:pt x="131" y="0"/>
                      <a:pt x="131" y="0"/>
                      <a:pt x="131" y="0"/>
                    </a:cubicBezTo>
                    <a:cubicBezTo>
                      <a:pt x="59" y="0"/>
                      <a:pt x="0" y="59"/>
                      <a:pt x="0" y="131"/>
                    </a:cubicBezTo>
                    <a:cubicBezTo>
                      <a:pt x="0" y="204"/>
                      <a:pt x="59" y="262"/>
                      <a:pt x="131" y="262"/>
                    </a:cubicBezTo>
                    <a:cubicBezTo>
                      <a:pt x="147" y="262"/>
                      <a:pt x="147" y="262"/>
                      <a:pt x="147" y="262"/>
                    </a:cubicBezTo>
                    <a:cubicBezTo>
                      <a:pt x="147" y="258"/>
                      <a:pt x="147" y="258"/>
                      <a:pt x="147" y="258"/>
                    </a:cubicBezTo>
                    <a:cubicBezTo>
                      <a:pt x="163" y="258"/>
                      <a:pt x="163" y="258"/>
                      <a:pt x="163" y="258"/>
                    </a:cubicBezTo>
                    <a:cubicBezTo>
                      <a:pt x="163" y="254"/>
                      <a:pt x="163" y="254"/>
                      <a:pt x="163" y="254"/>
                    </a:cubicBezTo>
                    <a:cubicBezTo>
                      <a:pt x="179" y="254"/>
                      <a:pt x="179" y="254"/>
                      <a:pt x="179" y="254"/>
                    </a:cubicBezTo>
                    <a:cubicBezTo>
                      <a:pt x="179" y="238"/>
                      <a:pt x="179" y="238"/>
                      <a:pt x="179" y="238"/>
                    </a:cubicBezTo>
                    <a:cubicBezTo>
                      <a:pt x="163" y="238"/>
                      <a:pt x="163" y="238"/>
                      <a:pt x="163" y="238"/>
                    </a:cubicBezTo>
                    <a:lnTo>
                      <a:pt x="163" y="24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" name="Google Shape;155;p19"/>
              <p:cNvSpPr/>
              <p:nvPr/>
            </p:nvSpPr>
            <p:spPr>
              <a:xfrm>
                <a:off x="6319838" y="833438"/>
                <a:ext cx="60300" cy="618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" name="Google Shape;156;p19"/>
              <p:cNvSpPr/>
              <p:nvPr/>
            </p:nvSpPr>
            <p:spPr>
              <a:xfrm>
                <a:off x="6450013" y="652463"/>
                <a:ext cx="60300" cy="603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" name="Google Shape;157;p19"/>
              <p:cNvSpPr/>
              <p:nvPr/>
            </p:nvSpPr>
            <p:spPr>
              <a:xfrm>
                <a:off x="6486525" y="473075"/>
                <a:ext cx="61800" cy="618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" name="Google Shape;158;p19"/>
              <p:cNvSpPr/>
              <p:nvPr/>
            </p:nvSpPr>
            <p:spPr>
              <a:xfrm>
                <a:off x="5667375" y="123825"/>
                <a:ext cx="455613" cy="758825"/>
              </a:xfrm>
              <a:custGeom>
                <a:rect b="b" l="l" r="r" t="t"/>
                <a:pathLst>
                  <a:path extrusionOk="0" h="200" w="120">
                    <a:moveTo>
                      <a:pt x="120" y="104"/>
                    </a:moveTo>
                    <a:cubicBezTo>
                      <a:pt x="120" y="96"/>
                      <a:pt x="120" y="96"/>
                      <a:pt x="120" y="96"/>
                    </a:cubicBezTo>
                    <a:cubicBezTo>
                      <a:pt x="104" y="96"/>
                      <a:pt x="104" y="96"/>
                      <a:pt x="104" y="96"/>
                    </a:cubicBezTo>
                    <a:cubicBezTo>
                      <a:pt x="104" y="96"/>
                      <a:pt x="104" y="96"/>
                      <a:pt x="104" y="96"/>
                    </a:cubicBezTo>
                    <a:cubicBezTo>
                      <a:pt x="104" y="96"/>
                      <a:pt x="104" y="96"/>
                      <a:pt x="104" y="96"/>
                    </a:cubicBezTo>
                    <a:cubicBezTo>
                      <a:pt x="104" y="38"/>
                      <a:pt x="104" y="38"/>
                      <a:pt x="104" y="38"/>
                    </a:cubicBezTo>
                    <a:cubicBezTo>
                      <a:pt x="104" y="38"/>
                      <a:pt x="104" y="38"/>
                      <a:pt x="104" y="38"/>
                    </a:cubicBezTo>
                    <a:cubicBezTo>
                      <a:pt x="104" y="38"/>
                      <a:pt x="104" y="38"/>
                      <a:pt x="104" y="38"/>
                    </a:cubicBezTo>
                    <a:cubicBezTo>
                      <a:pt x="112" y="38"/>
                      <a:pt x="112" y="38"/>
                      <a:pt x="112" y="38"/>
                    </a:cubicBezTo>
                    <a:cubicBezTo>
                      <a:pt x="112" y="30"/>
                      <a:pt x="112" y="30"/>
                      <a:pt x="112" y="30"/>
                    </a:cubicBezTo>
                    <a:cubicBezTo>
                      <a:pt x="104" y="30"/>
                      <a:pt x="104" y="30"/>
                      <a:pt x="104" y="30"/>
                    </a:cubicBezTo>
                    <a:cubicBezTo>
                      <a:pt x="104" y="30"/>
                      <a:pt x="104" y="30"/>
                      <a:pt x="104" y="30"/>
                    </a:cubicBezTo>
                    <a:cubicBezTo>
                      <a:pt x="104" y="30"/>
                      <a:pt x="104" y="30"/>
                      <a:pt x="104" y="30"/>
                    </a:cubicBezTo>
                    <a:cubicBezTo>
                      <a:pt x="104" y="0"/>
                      <a:pt x="104" y="0"/>
                      <a:pt x="104" y="0"/>
                    </a:cubicBezTo>
                    <a:cubicBezTo>
                      <a:pt x="103" y="0"/>
                      <a:pt x="102" y="0"/>
                      <a:pt x="100" y="0"/>
                    </a:cubicBezTo>
                    <a:cubicBezTo>
                      <a:pt x="99" y="0"/>
                      <a:pt x="98" y="0"/>
                      <a:pt x="96" y="0"/>
                    </a:cubicBezTo>
                    <a:cubicBezTo>
                      <a:pt x="96" y="30"/>
                      <a:pt x="96" y="30"/>
                      <a:pt x="96" y="30"/>
                    </a:cubicBezTo>
                    <a:cubicBezTo>
                      <a:pt x="59" y="30"/>
                      <a:pt x="59" y="30"/>
                      <a:pt x="59" y="30"/>
                    </a:cubicBezTo>
                    <a:cubicBezTo>
                      <a:pt x="63" y="20"/>
                      <a:pt x="66" y="12"/>
                      <a:pt x="71" y="5"/>
                    </a:cubicBezTo>
                    <a:cubicBezTo>
                      <a:pt x="67" y="6"/>
                      <a:pt x="63" y="7"/>
                      <a:pt x="59" y="9"/>
                    </a:cubicBezTo>
                    <a:cubicBezTo>
                      <a:pt x="56" y="15"/>
                      <a:pt x="53" y="23"/>
                      <a:pt x="51" y="30"/>
                    </a:cubicBezTo>
                    <a:cubicBezTo>
                      <a:pt x="29" y="30"/>
                      <a:pt x="29" y="30"/>
                      <a:pt x="29" y="30"/>
                    </a:cubicBezTo>
                    <a:cubicBezTo>
                      <a:pt x="26" y="33"/>
                      <a:pt x="24" y="35"/>
                      <a:pt x="22" y="38"/>
                    </a:cubicBezTo>
                    <a:cubicBezTo>
                      <a:pt x="49" y="38"/>
                      <a:pt x="49" y="38"/>
                      <a:pt x="49" y="38"/>
                    </a:cubicBezTo>
                    <a:cubicBezTo>
                      <a:pt x="44" y="56"/>
                      <a:pt x="41" y="76"/>
                      <a:pt x="41" y="96"/>
                    </a:cubicBezTo>
                    <a:cubicBezTo>
                      <a:pt x="0" y="96"/>
                      <a:pt x="0" y="96"/>
                      <a:pt x="0" y="96"/>
                    </a:cubicBezTo>
                    <a:cubicBezTo>
                      <a:pt x="0" y="98"/>
                      <a:pt x="0" y="99"/>
                      <a:pt x="0" y="100"/>
                    </a:cubicBezTo>
                    <a:cubicBezTo>
                      <a:pt x="0" y="102"/>
                      <a:pt x="0" y="103"/>
                      <a:pt x="0" y="104"/>
                    </a:cubicBezTo>
                    <a:cubicBezTo>
                      <a:pt x="41" y="104"/>
                      <a:pt x="41" y="104"/>
                      <a:pt x="41" y="104"/>
                    </a:cubicBezTo>
                    <a:cubicBezTo>
                      <a:pt x="41" y="122"/>
                      <a:pt x="43" y="138"/>
                      <a:pt x="47" y="154"/>
                    </a:cubicBezTo>
                    <a:cubicBezTo>
                      <a:pt x="16" y="154"/>
                      <a:pt x="16" y="154"/>
                      <a:pt x="16" y="154"/>
                    </a:cubicBezTo>
                    <a:cubicBezTo>
                      <a:pt x="17" y="156"/>
                      <a:pt x="19" y="159"/>
                      <a:pt x="21" y="162"/>
                    </a:cubicBezTo>
                    <a:cubicBezTo>
                      <a:pt x="48" y="162"/>
                      <a:pt x="48" y="162"/>
                      <a:pt x="48" y="162"/>
                    </a:cubicBezTo>
                    <a:cubicBezTo>
                      <a:pt x="51" y="173"/>
                      <a:pt x="55" y="183"/>
                      <a:pt x="59" y="191"/>
                    </a:cubicBezTo>
                    <a:cubicBezTo>
                      <a:pt x="63" y="193"/>
                      <a:pt x="67" y="195"/>
                      <a:pt x="71" y="196"/>
                    </a:cubicBezTo>
                    <a:cubicBezTo>
                      <a:pt x="65" y="187"/>
                      <a:pt x="60" y="175"/>
                      <a:pt x="57" y="162"/>
                    </a:cubicBezTo>
                    <a:cubicBezTo>
                      <a:pt x="96" y="162"/>
                      <a:pt x="96" y="162"/>
                      <a:pt x="96" y="162"/>
                    </a:cubicBezTo>
                    <a:cubicBezTo>
                      <a:pt x="96" y="200"/>
                      <a:pt x="96" y="200"/>
                      <a:pt x="96" y="200"/>
                    </a:cubicBezTo>
                    <a:cubicBezTo>
                      <a:pt x="98" y="200"/>
                      <a:pt x="99" y="200"/>
                      <a:pt x="100" y="200"/>
                    </a:cubicBezTo>
                    <a:cubicBezTo>
                      <a:pt x="102" y="200"/>
                      <a:pt x="103" y="200"/>
                      <a:pt x="104" y="200"/>
                    </a:cubicBezTo>
                    <a:cubicBezTo>
                      <a:pt x="104" y="162"/>
                      <a:pt x="104" y="162"/>
                      <a:pt x="104" y="162"/>
                    </a:cubicBezTo>
                    <a:cubicBezTo>
                      <a:pt x="104" y="162"/>
                      <a:pt x="104" y="162"/>
                      <a:pt x="104" y="162"/>
                    </a:cubicBezTo>
                    <a:cubicBezTo>
                      <a:pt x="104" y="162"/>
                      <a:pt x="104" y="162"/>
                      <a:pt x="104" y="162"/>
                    </a:cubicBezTo>
                    <a:cubicBezTo>
                      <a:pt x="112" y="162"/>
                      <a:pt x="112" y="162"/>
                      <a:pt x="112" y="162"/>
                    </a:cubicBezTo>
                    <a:cubicBezTo>
                      <a:pt x="112" y="154"/>
                      <a:pt x="112" y="154"/>
                      <a:pt x="112" y="154"/>
                    </a:cubicBezTo>
                    <a:cubicBezTo>
                      <a:pt x="104" y="154"/>
                      <a:pt x="104" y="154"/>
                      <a:pt x="104" y="154"/>
                    </a:cubicBezTo>
                    <a:cubicBezTo>
                      <a:pt x="104" y="154"/>
                      <a:pt x="104" y="154"/>
                      <a:pt x="104" y="154"/>
                    </a:cubicBezTo>
                    <a:cubicBezTo>
                      <a:pt x="104" y="154"/>
                      <a:pt x="104" y="154"/>
                      <a:pt x="104" y="154"/>
                    </a:cubicBezTo>
                    <a:cubicBezTo>
                      <a:pt x="104" y="104"/>
                      <a:pt x="104" y="104"/>
                      <a:pt x="104" y="104"/>
                    </a:cubicBezTo>
                    <a:cubicBezTo>
                      <a:pt x="104" y="104"/>
                      <a:pt x="104" y="104"/>
                      <a:pt x="104" y="104"/>
                    </a:cubicBezTo>
                    <a:cubicBezTo>
                      <a:pt x="104" y="104"/>
                      <a:pt x="104" y="104"/>
                      <a:pt x="104" y="104"/>
                    </a:cubicBezTo>
                    <a:lnTo>
                      <a:pt x="120" y="104"/>
                    </a:lnTo>
                    <a:close/>
                    <a:moveTo>
                      <a:pt x="96" y="154"/>
                    </a:moveTo>
                    <a:cubicBezTo>
                      <a:pt x="55" y="154"/>
                      <a:pt x="55" y="154"/>
                      <a:pt x="55" y="154"/>
                    </a:cubicBezTo>
                    <a:cubicBezTo>
                      <a:pt x="51" y="139"/>
                      <a:pt x="49" y="122"/>
                      <a:pt x="49" y="104"/>
                    </a:cubicBezTo>
                    <a:cubicBezTo>
                      <a:pt x="96" y="104"/>
                      <a:pt x="96" y="104"/>
                      <a:pt x="96" y="104"/>
                    </a:cubicBezTo>
                    <a:lnTo>
                      <a:pt x="96" y="154"/>
                    </a:lnTo>
                    <a:close/>
                    <a:moveTo>
                      <a:pt x="96" y="96"/>
                    </a:moveTo>
                    <a:cubicBezTo>
                      <a:pt x="49" y="96"/>
                      <a:pt x="49" y="96"/>
                      <a:pt x="49" y="96"/>
                    </a:cubicBezTo>
                    <a:cubicBezTo>
                      <a:pt x="49" y="75"/>
                      <a:pt x="52" y="55"/>
                      <a:pt x="57" y="38"/>
                    </a:cubicBezTo>
                    <a:cubicBezTo>
                      <a:pt x="96" y="38"/>
                      <a:pt x="96" y="38"/>
                      <a:pt x="96" y="38"/>
                    </a:cubicBezTo>
                    <a:lnTo>
                      <a:pt x="96" y="9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59" name="Google Shape;159;p19"/>
          <p:cNvSpPr/>
          <p:nvPr/>
        </p:nvSpPr>
        <p:spPr>
          <a:xfrm>
            <a:off x="21400" y="2076225"/>
            <a:ext cx="9144000" cy="11664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페이지 추가해서 사용하셔도 됩니다.</a:t>
            </a:r>
            <a:endParaRPr b="1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4" name="Google Shape;164;p20"/>
          <p:cNvCxnSpPr/>
          <p:nvPr/>
        </p:nvCxnSpPr>
        <p:spPr>
          <a:xfrm>
            <a:off x="270000" y="429333"/>
            <a:ext cx="86214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5" name="Google Shape;165;p20"/>
          <p:cNvSpPr txBox="1"/>
          <p:nvPr/>
        </p:nvSpPr>
        <p:spPr>
          <a:xfrm>
            <a:off x="270000" y="255665"/>
            <a:ext cx="60798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>
                <a:solidFill>
                  <a:srgbClr val="939393"/>
                </a:solidFill>
                <a:latin typeface="Gothic A1"/>
                <a:ea typeface="Gothic A1"/>
                <a:cs typeface="Gothic A1"/>
                <a:sym typeface="Gothic A1"/>
              </a:rPr>
              <a:t>서비스</a:t>
            </a:r>
            <a:r>
              <a:rPr lang="ko" sz="700">
                <a:solidFill>
                  <a:srgbClr val="939393"/>
                </a:solidFill>
                <a:latin typeface="Gothic A1"/>
                <a:ea typeface="Gothic A1"/>
                <a:cs typeface="Gothic A1"/>
                <a:sym typeface="Gothic A1"/>
              </a:rPr>
              <a:t> 소개</a:t>
            </a:r>
            <a:endParaRPr sz="700">
              <a:solidFill>
                <a:srgbClr val="939393"/>
              </a:solidFill>
              <a:latin typeface="Gothic A1"/>
              <a:ea typeface="Gothic A1"/>
              <a:cs typeface="Gothic A1"/>
              <a:sym typeface="Gothic A1"/>
            </a:endParaRPr>
          </a:p>
        </p:txBody>
      </p:sp>
      <p:sp>
        <p:nvSpPr>
          <p:cNvPr id="166" name="Google Shape;166;p20"/>
          <p:cNvSpPr txBox="1"/>
          <p:nvPr/>
        </p:nvSpPr>
        <p:spPr>
          <a:xfrm>
            <a:off x="236413" y="796141"/>
            <a:ext cx="420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solidFill>
                  <a:srgbClr val="0066FF"/>
                </a:solidFill>
                <a:latin typeface="Noto Sans KR"/>
                <a:ea typeface="Noto Sans KR"/>
                <a:cs typeface="Noto Sans KR"/>
                <a:sym typeface="Noto Sans KR"/>
              </a:rPr>
              <a:t>서비스</a:t>
            </a:r>
            <a:r>
              <a:rPr b="1" lang="ko" sz="2000">
                <a:solidFill>
                  <a:srgbClr val="0066FF"/>
                </a:solidFill>
                <a:latin typeface="Noto Sans KR"/>
                <a:ea typeface="Noto Sans KR"/>
                <a:cs typeface="Noto Sans KR"/>
                <a:sym typeface="Noto Sans KR"/>
              </a:rPr>
              <a:t> 시연</a:t>
            </a:r>
            <a:endParaRPr b="1" sz="2000">
              <a:solidFill>
                <a:srgbClr val="0066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67" name="Google Shape;167;p20"/>
          <p:cNvSpPr/>
          <p:nvPr/>
        </p:nvSpPr>
        <p:spPr>
          <a:xfrm>
            <a:off x="236425" y="1345875"/>
            <a:ext cx="8528700" cy="3427200"/>
          </a:xfrm>
          <a:prstGeom prst="roundRect">
            <a:avLst>
              <a:gd fmla="val 5248" name="adj"/>
            </a:avLst>
          </a:prstGeom>
          <a:solidFill>
            <a:srgbClr val="D6E9F7">
              <a:alpha val="498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900">
                <a:latin typeface="Noto Sans KR"/>
                <a:ea typeface="Noto Sans KR"/>
                <a:cs typeface="Noto Sans KR"/>
                <a:sym typeface="Noto Sans KR"/>
              </a:rPr>
              <a:t>엔노이아 앱</a:t>
            </a:r>
            <a:r>
              <a:rPr b="1" lang="ko" sz="90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b="1" lang="ko" sz="900">
                <a:latin typeface="Noto Sans KR"/>
                <a:ea typeface="Noto Sans KR"/>
                <a:cs typeface="Noto Sans KR"/>
                <a:sym typeface="Noto Sans KR"/>
              </a:rPr>
              <a:t>출력 </a:t>
            </a:r>
            <a:r>
              <a:rPr b="1" lang="ko" sz="900">
                <a:latin typeface="Noto Sans KR"/>
                <a:ea typeface="Noto Sans KR"/>
                <a:cs typeface="Noto Sans KR"/>
                <a:sym typeface="Noto Sans KR"/>
              </a:rPr>
              <a:t>화면 [</a:t>
            </a:r>
            <a:r>
              <a:rPr b="1" lang="ko" sz="900">
                <a:latin typeface="Noto Sans KR"/>
                <a:ea typeface="Noto Sans KR"/>
                <a:cs typeface="Noto Sans KR"/>
                <a:sym typeface="Noto Sans KR"/>
              </a:rPr>
              <a:t>페이지 추가 가능]</a:t>
            </a:r>
            <a:endParaRPr b="1" sz="900"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2" name="Google Shape;172;p21"/>
          <p:cNvCxnSpPr/>
          <p:nvPr/>
        </p:nvCxnSpPr>
        <p:spPr>
          <a:xfrm>
            <a:off x="270000" y="429333"/>
            <a:ext cx="86214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3" name="Google Shape;173;p21"/>
          <p:cNvSpPr txBox="1"/>
          <p:nvPr/>
        </p:nvSpPr>
        <p:spPr>
          <a:xfrm>
            <a:off x="270000" y="255665"/>
            <a:ext cx="60798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>
                <a:solidFill>
                  <a:srgbClr val="939393"/>
                </a:solidFill>
                <a:latin typeface="Gothic A1"/>
                <a:ea typeface="Gothic A1"/>
                <a:cs typeface="Gothic A1"/>
                <a:sym typeface="Gothic A1"/>
              </a:rPr>
              <a:t>서비스</a:t>
            </a:r>
            <a:r>
              <a:rPr lang="ko" sz="700">
                <a:solidFill>
                  <a:srgbClr val="939393"/>
                </a:solidFill>
                <a:latin typeface="Gothic A1"/>
                <a:ea typeface="Gothic A1"/>
                <a:cs typeface="Gothic A1"/>
                <a:sym typeface="Gothic A1"/>
              </a:rPr>
              <a:t> 소개</a:t>
            </a:r>
            <a:endParaRPr sz="700">
              <a:solidFill>
                <a:srgbClr val="939393"/>
              </a:solidFill>
              <a:latin typeface="Gothic A1"/>
              <a:ea typeface="Gothic A1"/>
              <a:cs typeface="Gothic A1"/>
              <a:sym typeface="Gothic A1"/>
            </a:endParaRPr>
          </a:p>
        </p:txBody>
      </p:sp>
      <p:sp>
        <p:nvSpPr>
          <p:cNvPr id="174" name="Google Shape;174;p21"/>
          <p:cNvSpPr txBox="1"/>
          <p:nvPr/>
        </p:nvSpPr>
        <p:spPr>
          <a:xfrm>
            <a:off x="236413" y="796141"/>
            <a:ext cx="420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solidFill>
                  <a:srgbClr val="0066FF"/>
                </a:solidFill>
                <a:latin typeface="Noto Sans KR"/>
                <a:ea typeface="Noto Sans KR"/>
                <a:cs typeface="Noto Sans KR"/>
                <a:sym typeface="Noto Sans KR"/>
              </a:rPr>
              <a:t>서비스</a:t>
            </a:r>
            <a:r>
              <a:rPr b="1" lang="ko" sz="2000">
                <a:solidFill>
                  <a:srgbClr val="0066FF"/>
                </a:solidFill>
                <a:latin typeface="Noto Sans KR"/>
                <a:ea typeface="Noto Sans KR"/>
                <a:cs typeface="Noto Sans KR"/>
                <a:sym typeface="Noto Sans KR"/>
              </a:rPr>
              <a:t> 시연</a:t>
            </a:r>
            <a:endParaRPr b="1" sz="2000">
              <a:solidFill>
                <a:srgbClr val="0066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75" name="Google Shape;175;p21"/>
          <p:cNvSpPr/>
          <p:nvPr/>
        </p:nvSpPr>
        <p:spPr>
          <a:xfrm>
            <a:off x="236425" y="1345875"/>
            <a:ext cx="8528700" cy="3427200"/>
          </a:xfrm>
          <a:prstGeom prst="roundRect">
            <a:avLst>
              <a:gd fmla="val 5248" name="adj"/>
            </a:avLst>
          </a:prstGeom>
          <a:solidFill>
            <a:srgbClr val="D6E9F7">
              <a:alpha val="498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900">
                <a:latin typeface="Noto Sans KR"/>
                <a:ea typeface="Noto Sans KR"/>
                <a:cs typeface="Noto Sans KR"/>
                <a:sym typeface="Noto Sans KR"/>
              </a:rPr>
              <a:t>앱/웹 서비스를 만들었다면 Flow Chart 혹은 슬라이드로 표현 [페이지 추가 가능]</a:t>
            </a:r>
            <a:endParaRPr b="1" sz="900"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0" name="Google Shape;180;p22"/>
          <p:cNvCxnSpPr/>
          <p:nvPr/>
        </p:nvCxnSpPr>
        <p:spPr>
          <a:xfrm>
            <a:off x="270000" y="429333"/>
            <a:ext cx="86214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1" name="Google Shape;181;p22"/>
          <p:cNvSpPr txBox="1"/>
          <p:nvPr/>
        </p:nvSpPr>
        <p:spPr>
          <a:xfrm>
            <a:off x="270000" y="255665"/>
            <a:ext cx="60798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>
                <a:solidFill>
                  <a:srgbClr val="939393"/>
                </a:solidFill>
                <a:latin typeface="Gothic A1"/>
                <a:ea typeface="Gothic A1"/>
                <a:cs typeface="Gothic A1"/>
                <a:sym typeface="Gothic A1"/>
              </a:rPr>
              <a:t>서비스</a:t>
            </a:r>
            <a:r>
              <a:rPr lang="ko" sz="700">
                <a:solidFill>
                  <a:srgbClr val="939393"/>
                </a:solidFill>
                <a:latin typeface="Gothic A1"/>
                <a:ea typeface="Gothic A1"/>
                <a:cs typeface="Gothic A1"/>
                <a:sym typeface="Gothic A1"/>
              </a:rPr>
              <a:t> 소개</a:t>
            </a:r>
            <a:endParaRPr sz="700">
              <a:solidFill>
                <a:srgbClr val="939393"/>
              </a:solidFill>
              <a:latin typeface="Gothic A1"/>
              <a:ea typeface="Gothic A1"/>
              <a:cs typeface="Gothic A1"/>
              <a:sym typeface="Gothic A1"/>
            </a:endParaRPr>
          </a:p>
        </p:txBody>
      </p:sp>
      <p:sp>
        <p:nvSpPr>
          <p:cNvPr id="182" name="Google Shape;182;p22"/>
          <p:cNvSpPr txBox="1"/>
          <p:nvPr/>
        </p:nvSpPr>
        <p:spPr>
          <a:xfrm>
            <a:off x="236413" y="796141"/>
            <a:ext cx="420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solidFill>
                  <a:srgbClr val="0066FF"/>
                </a:solidFill>
                <a:latin typeface="Noto Sans KR"/>
                <a:ea typeface="Noto Sans KR"/>
                <a:cs typeface="Noto Sans KR"/>
                <a:sym typeface="Noto Sans KR"/>
              </a:rPr>
              <a:t>서비스</a:t>
            </a:r>
            <a:r>
              <a:rPr b="1" lang="ko" sz="2000">
                <a:solidFill>
                  <a:srgbClr val="0066FF"/>
                </a:solidFill>
                <a:latin typeface="Noto Sans KR"/>
                <a:ea typeface="Noto Sans KR"/>
                <a:cs typeface="Noto Sans KR"/>
                <a:sym typeface="Noto Sans KR"/>
              </a:rPr>
              <a:t> 시연</a:t>
            </a:r>
            <a:endParaRPr b="1" sz="2000">
              <a:solidFill>
                <a:srgbClr val="0066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83" name="Google Shape;183;p22"/>
          <p:cNvSpPr/>
          <p:nvPr/>
        </p:nvSpPr>
        <p:spPr>
          <a:xfrm>
            <a:off x="236425" y="1345875"/>
            <a:ext cx="8528700" cy="3427200"/>
          </a:xfrm>
          <a:prstGeom prst="roundRect">
            <a:avLst>
              <a:gd fmla="val 5248" name="adj"/>
            </a:avLst>
          </a:prstGeom>
          <a:solidFill>
            <a:srgbClr val="D6E9F7">
              <a:alpha val="498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900">
                <a:latin typeface="Noto Sans KR"/>
                <a:ea typeface="Noto Sans KR"/>
                <a:cs typeface="Noto Sans KR"/>
                <a:sym typeface="Noto Sans KR"/>
              </a:rPr>
              <a:t>서비스</a:t>
            </a:r>
            <a:r>
              <a:rPr b="1" lang="ko" sz="900">
                <a:latin typeface="Noto Sans KR"/>
                <a:ea typeface="Noto Sans KR"/>
                <a:cs typeface="Noto Sans KR"/>
                <a:sym typeface="Noto Sans KR"/>
              </a:rPr>
              <a:t> 시연 영상(optional)</a:t>
            </a:r>
            <a:endParaRPr b="1" sz="900"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8" name="Google Shape;188;p23"/>
          <p:cNvCxnSpPr/>
          <p:nvPr/>
        </p:nvCxnSpPr>
        <p:spPr>
          <a:xfrm>
            <a:off x="270000" y="429333"/>
            <a:ext cx="86214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9" name="Google Shape;189;p23"/>
          <p:cNvSpPr txBox="1"/>
          <p:nvPr/>
        </p:nvSpPr>
        <p:spPr>
          <a:xfrm>
            <a:off x="270000" y="255665"/>
            <a:ext cx="60798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>
                <a:solidFill>
                  <a:srgbClr val="939393"/>
                </a:solidFill>
                <a:latin typeface="Gothic A1"/>
                <a:ea typeface="Gothic A1"/>
                <a:cs typeface="Gothic A1"/>
                <a:sym typeface="Gothic A1"/>
              </a:rPr>
              <a:t>서비스</a:t>
            </a:r>
            <a:r>
              <a:rPr lang="ko" sz="700">
                <a:solidFill>
                  <a:srgbClr val="939393"/>
                </a:solidFill>
                <a:latin typeface="Gothic A1"/>
                <a:ea typeface="Gothic A1"/>
                <a:cs typeface="Gothic A1"/>
                <a:sym typeface="Gothic A1"/>
              </a:rPr>
              <a:t> 소개</a:t>
            </a:r>
            <a:endParaRPr sz="700">
              <a:solidFill>
                <a:srgbClr val="939393"/>
              </a:solidFill>
              <a:latin typeface="Gothic A1"/>
              <a:ea typeface="Gothic A1"/>
              <a:cs typeface="Gothic A1"/>
              <a:sym typeface="Gothic A1"/>
            </a:endParaRPr>
          </a:p>
        </p:txBody>
      </p:sp>
      <p:sp>
        <p:nvSpPr>
          <p:cNvPr id="190" name="Google Shape;190;p23"/>
          <p:cNvSpPr txBox="1"/>
          <p:nvPr/>
        </p:nvSpPr>
        <p:spPr>
          <a:xfrm>
            <a:off x="236413" y="796141"/>
            <a:ext cx="420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solidFill>
                  <a:srgbClr val="0066FF"/>
                </a:solidFill>
                <a:latin typeface="Noto Sans KR"/>
                <a:ea typeface="Noto Sans KR"/>
                <a:cs typeface="Noto Sans KR"/>
                <a:sym typeface="Noto Sans KR"/>
              </a:rPr>
              <a:t>한국관광공사 OpenAPI 활용 경험</a:t>
            </a:r>
            <a:endParaRPr b="1" sz="2000">
              <a:solidFill>
                <a:srgbClr val="0066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aphicFrame>
        <p:nvGraphicFramePr>
          <p:cNvPr id="191" name="Google Shape;191;p23"/>
          <p:cNvGraphicFramePr/>
          <p:nvPr/>
        </p:nvGraphicFramePr>
        <p:xfrm>
          <a:off x="236400" y="16901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{55826E36-F4B4-43C7-A6BA-13248B7EEA96}</a:tableStyleId>
              </a:tblPr>
              <a:tblGrid>
                <a:gridCol w="4208550"/>
              </a:tblGrid>
              <a:tr h="32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0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서비스 개발에 활용한 한국관광공사 OpenAPI List</a:t>
                      </a:r>
                      <a:endParaRPr b="1" sz="1000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477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1419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2" name="Google Shape;192;p23"/>
          <p:cNvSpPr txBox="1"/>
          <p:nvPr/>
        </p:nvSpPr>
        <p:spPr>
          <a:xfrm>
            <a:off x="4698925" y="2162997"/>
            <a:ext cx="4208700" cy="8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0" spcFirstLastPara="1" rIns="0" wrap="square" tIns="180000">
            <a:noAutofit/>
          </a:bodyPr>
          <a:lstStyle/>
          <a:p>
            <a:pPr indent="-120650" lvl="0" marL="1397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Noto Sans KR"/>
              <a:buChar char="⬝"/>
            </a:pPr>
            <a:r>
              <a:rPr lang="ko" sz="1100">
                <a:latin typeface="Noto Sans KR"/>
                <a:ea typeface="Noto Sans KR"/>
                <a:cs typeface="Noto Sans KR"/>
                <a:sym typeface="Noto Sans KR"/>
              </a:rPr>
              <a:t>List 1</a:t>
            </a:r>
            <a:endParaRPr sz="1100"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20650" lvl="0" marL="1397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Noto Sans KR"/>
              <a:buChar char="⬝"/>
            </a:pPr>
            <a:r>
              <a:rPr lang="ko" sz="1100">
                <a:latin typeface="Noto Sans KR"/>
                <a:ea typeface="Noto Sans KR"/>
                <a:cs typeface="Noto Sans KR"/>
                <a:sym typeface="Noto Sans KR"/>
              </a:rPr>
              <a:t>List 2</a:t>
            </a:r>
            <a:endParaRPr sz="11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aphicFrame>
        <p:nvGraphicFramePr>
          <p:cNvPr id="193" name="Google Shape;193;p23"/>
          <p:cNvGraphicFramePr/>
          <p:nvPr/>
        </p:nvGraphicFramePr>
        <p:xfrm>
          <a:off x="4699000" y="16901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{55826E36-F4B4-43C7-A6BA-13248B7EEA96}</a:tableStyleId>
              </a:tblPr>
              <a:tblGrid>
                <a:gridCol w="4208550"/>
              </a:tblGrid>
              <a:tr h="32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0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서비스 개발에 활용한 한국관광공사 OpenAPI 외 API, 파일 데이터, 추가자료</a:t>
                      </a:r>
                      <a:endParaRPr b="1" sz="1000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477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1419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94" name="Google Shape;194;p23"/>
          <p:cNvPicPr preferRelativeResize="0"/>
          <p:nvPr/>
        </p:nvPicPr>
        <p:blipFill rotWithShape="1">
          <a:blip r:embed="rId3">
            <a:alphaModFix amt="8000"/>
          </a:blip>
          <a:srcRect b="0" l="0" r="0" t="0"/>
          <a:stretch/>
        </p:blipFill>
        <p:spPr>
          <a:xfrm>
            <a:off x="236408" y="2195725"/>
            <a:ext cx="4059834" cy="4852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3"/>
          <p:cNvPicPr preferRelativeResize="0"/>
          <p:nvPr/>
        </p:nvPicPr>
        <p:blipFill rotWithShape="1">
          <a:blip r:embed="rId4">
            <a:alphaModFix amt="7990"/>
          </a:blip>
          <a:srcRect b="0" l="0" r="0" t="0"/>
          <a:stretch/>
        </p:blipFill>
        <p:spPr>
          <a:xfrm>
            <a:off x="236408" y="2769925"/>
            <a:ext cx="4059834" cy="4852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3"/>
          <p:cNvPicPr preferRelativeResize="0"/>
          <p:nvPr/>
        </p:nvPicPr>
        <p:blipFill rotWithShape="1">
          <a:blip r:embed="rId3">
            <a:alphaModFix amt="8000"/>
          </a:blip>
          <a:srcRect b="0" l="0" r="0" t="0"/>
          <a:stretch/>
        </p:blipFill>
        <p:spPr>
          <a:xfrm>
            <a:off x="236408" y="3344125"/>
            <a:ext cx="4059834" cy="4852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3"/>
          <p:cNvPicPr preferRelativeResize="0"/>
          <p:nvPr/>
        </p:nvPicPr>
        <p:blipFill rotWithShape="1">
          <a:blip r:embed="rId5">
            <a:alphaModFix amt="7990"/>
          </a:blip>
          <a:srcRect b="0" l="0" r="0" t="0"/>
          <a:stretch/>
        </p:blipFill>
        <p:spPr>
          <a:xfrm>
            <a:off x="236408" y="3918325"/>
            <a:ext cx="4059834" cy="485239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3"/>
          <p:cNvSpPr txBox="1"/>
          <p:nvPr/>
        </p:nvSpPr>
        <p:spPr>
          <a:xfrm>
            <a:off x="1006700" y="2482825"/>
            <a:ext cx="3640500" cy="1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5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721">
                <a:latin typeface="Noto Sans KR"/>
                <a:ea typeface="Noto Sans KR"/>
                <a:cs typeface="Noto Sans KR"/>
                <a:sym typeface="Noto Sans KR"/>
              </a:rPr>
              <a:t>상세 설명</a:t>
            </a:r>
            <a:endParaRPr sz="721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99" name="Google Shape;199;p23"/>
          <p:cNvSpPr txBox="1"/>
          <p:nvPr/>
        </p:nvSpPr>
        <p:spPr>
          <a:xfrm>
            <a:off x="1006696" y="3057034"/>
            <a:ext cx="3746400" cy="1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5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721">
                <a:latin typeface="Noto Sans KR"/>
                <a:ea typeface="Noto Sans KR"/>
                <a:cs typeface="Noto Sans KR"/>
                <a:sym typeface="Noto Sans KR"/>
              </a:rPr>
              <a:t>상세 설명</a:t>
            </a:r>
            <a:endParaRPr sz="721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00" name="Google Shape;200;p23"/>
          <p:cNvSpPr txBox="1"/>
          <p:nvPr/>
        </p:nvSpPr>
        <p:spPr>
          <a:xfrm>
            <a:off x="1006696" y="3631234"/>
            <a:ext cx="3581400" cy="1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5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721">
                <a:latin typeface="Noto Sans KR"/>
                <a:ea typeface="Noto Sans KR"/>
                <a:cs typeface="Noto Sans KR"/>
                <a:sym typeface="Noto Sans KR"/>
              </a:rPr>
              <a:t>상세 설명</a:t>
            </a:r>
            <a:endParaRPr sz="721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01" name="Google Shape;201;p23"/>
          <p:cNvSpPr txBox="1"/>
          <p:nvPr/>
        </p:nvSpPr>
        <p:spPr>
          <a:xfrm>
            <a:off x="1006696" y="4205434"/>
            <a:ext cx="3746400" cy="1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5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721">
                <a:latin typeface="Noto Sans KR"/>
                <a:ea typeface="Noto Sans KR"/>
                <a:cs typeface="Noto Sans KR"/>
                <a:sym typeface="Noto Sans KR"/>
              </a:rPr>
              <a:t>상세 설명</a:t>
            </a:r>
            <a:endParaRPr sz="721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02" name="Google Shape;202;p23"/>
          <p:cNvSpPr txBox="1"/>
          <p:nvPr/>
        </p:nvSpPr>
        <p:spPr>
          <a:xfrm>
            <a:off x="430505" y="2236162"/>
            <a:ext cx="331500" cy="4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4525" lIns="29100" spcFirstLastPara="1" rIns="29100" wrap="square" tIns="14525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2734" u="none" cap="none" strike="noStrike">
                <a:solidFill>
                  <a:srgbClr val="0066FF"/>
                </a:solidFill>
                <a:latin typeface="Noto Sans KR"/>
                <a:ea typeface="Noto Sans KR"/>
                <a:cs typeface="Noto Sans KR"/>
                <a:sym typeface="Noto Sans KR"/>
              </a:rPr>
              <a:t>1</a:t>
            </a:r>
            <a:endParaRPr b="1" sz="446">
              <a:solidFill>
                <a:srgbClr val="0066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03" name="Google Shape;203;p23"/>
          <p:cNvSpPr txBox="1"/>
          <p:nvPr/>
        </p:nvSpPr>
        <p:spPr>
          <a:xfrm>
            <a:off x="430505" y="2810362"/>
            <a:ext cx="335400" cy="4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4525" lIns="29100" spcFirstLastPara="1" rIns="29100" wrap="square" tIns="14525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2734" u="none" cap="none" strike="noStrike">
                <a:solidFill>
                  <a:srgbClr val="0066FF"/>
                </a:solidFill>
                <a:latin typeface="Noto Sans KR"/>
                <a:ea typeface="Noto Sans KR"/>
                <a:cs typeface="Noto Sans KR"/>
                <a:sym typeface="Noto Sans KR"/>
              </a:rPr>
              <a:t>2</a:t>
            </a:r>
            <a:endParaRPr b="1" sz="446">
              <a:solidFill>
                <a:srgbClr val="0066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04" name="Google Shape;204;p23"/>
          <p:cNvSpPr txBox="1"/>
          <p:nvPr/>
        </p:nvSpPr>
        <p:spPr>
          <a:xfrm>
            <a:off x="426461" y="3380518"/>
            <a:ext cx="339900" cy="4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4525" lIns="29100" spcFirstLastPara="1" rIns="29100" wrap="square" tIns="14525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2734" u="none" cap="none" strike="noStrike">
                <a:solidFill>
                  <a:srgbClr val="0066FF"/>
                </a:solidFill>
                <a:latin typeface="Noto Sans KR"/>
                <a:ea typeface="Noto Sans KR"/>
                <a:cs typeface="Noto Sans KR"/>
                <a:sym typeface="Noto Sans KR"/>
              </a:rPr>
              <a:t>3</a:t>
            </a:r>
            <a:endParaRPr b="1" sz="446">
              <a:solidFill>
                <a:srgbClr val="0066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05" name="Google Shape;205;p23"/>
          <p:cNvSpPr txBox="1"/>
          <p:nvPr/>
        </p:nvSpPr>
        <p:spPr>
          <a:xfrm>
            <a:off x="426461" y="3954718"/>
            <a:ext cx="343800" cy="4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4525" lIns="29100" spcFirstLastPara="1" rIns="29100" wrap="square" tIns="14525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2734" u="none" cap="none" strike="noStrike">
                <a:solidFill>
                  <a:srgbClr val="0066FF"/>
                </a:solidFill>
                <a:latin typeface="Noto Sans KR"/>
                <a:ea typeface="Noto Sans KR"/>
                <a:cs typeface="Noto Sans KR"/>
                <a:sym typeface="Noto Sans KR"/>
              </a:rPr>
              <a:t>4</a:t>
            </a:r>
            <a:endParaRPr b="1" sz="446">
              <a:solidFill>
                <a:srgbClr val="0066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06" name="Google Shape;206;p23"/>
          <p:cNvSpPr txBox="1"/>
          <p:nvPr/>
        </p:nvSpPr>
        <p:spPr>
          <a:xfrm>
            <a:off x="960228" y="2284686"/>
            <a:ext cx="2943600" cy="198300"/>
          </a:xfrm>
          <a:prstGeom prst="rect">
            <a:avLst/>
          </a:prstGeom>
          <a:noFill/>
          <a:ln>
            <a:noFill/>
          </a:ln>
        </p:spPr>
        <p:txBody>
          <a:bodyPr anchorCtr="0" anchor="b" bIns="14525" lIns="29100" spcFirstLastPara="1" rIns="29100" wrap="square" tIns="14525">
            <a:noAutofit/>
          </a:bodyPr>
          <a:lstStyle/>
          <a:p>
            <a:pPr indent="0" lvl="0" marL="0" marR="0" rtl="0" algn="l">
              <a:lnSpc>
                <a:spcPct val="139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17">
                <a:solidFill>
                  <a:srgbClr val="0066FF"/>
                </a:solidFill>
                <a:latin typeface="Noto Sans KR"/>
                <a:ea typeface="Noto Sans KR"/>
                <a:cs typeface="Noto Sans KR"/>
                <a:sym typeface="Noto Sans KR"/>
              </a:rPr>
              <a:t>API명</a:t>
            </a:r>
            <a:endParaRPr sz="446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07" name="Google Shape;207;p23"/>
          <p:cNvSpPr txBox="1"/>
          <p:nvPr/>
        </p:nvSpPr>
        <p:spPr>
          <a:xfrm>
            <a:off x="960228" y="2858886"/>
            <a:ext cx="2996100" cy="198300"/>
          </a:xfrm>
          <a:prstGeom prst="rect">
            <a:avLst/>
          </a:prstGeom>
          <a:noFill/>
          <a:ln>
            <a:noFill/>
          </a:ln>
        </p:spPr>
        <p:txBody>
          <a:bodyPr anchorCtr="0" anchor="b" bIns="14525" lIns="29100" spcFirstLastPara="1" rIns="29100" wrap="square" tIns="14525">
            <a:noAutofit/>
          </a:bodyPr>
          <a:lstStyle/>
          <a:p>
            <a:pPr indent="0" lvl="0" marL="0" rtl="0" algn="l">
              <a:lnSpc>
                <a:spcPct val="139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17">
                <a:solidFill>
                  <a:srgbClr val="0066FF"/>
                </a:solidFill>
                <a:latin typeface="Noto Sans KR"/>
                <a:ea typeface="Noto Sans KR"/>
                <a:cs typeface="Noto Sans KR"/>
                <a:sym typeface="Noto Sans KR"/>
              </a:rPr>
              <a:t>API명</a:t>
            </a:r>
            <a:endParaRPr sz="1117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08" name="Google Shape;208;p23"/>
          <p:cNvSpPr txBox="1"/>
          <p:nvPr/>
        </p:nvSpPr>
        <p:spPr>
          <a:xfrm>
            <a:off x="960228" y="3433085"/>
            <a:ext cx="2923500" cy="198300"/>
          </a:xfrm>
          <a:prstGeom prst="rect">
            <a:avLst/>
          </a:prstGeom>
          <a:noFill/>
          <a:ln>
            <a:noFill/>
          </a:ln>
        </p:spPr>
        <p:txBody>
          <a:bodyPr anchorCtr="0" anchor="b" bIns="14525" lIns="29100" spcFirstLastPara="1" rIns="29100" wrap="square" tIns="14525">
            <a:noAutofit/>
          </a:bodyPr>
          <a:lstStyle/>
          <a:p>
            <a:pPr indent="0" lvl="0" marL="0" marR="0" rtl="0" algn="l">
              <a:lnSpc>
                <a:spcPct val="139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17">
                <a:solidFill>
                  <a:srgbClr val="0066FF"/>
                </a:solidFill>
                <a:latin typeface="Noto Sans KR"/>
                <a:ea typeface="Noto Sans KR"/>
                <a:cs typeface="Noto Sans KR"/>
                <a:sym typeface="Noto Sans KR"/>
              </a:rPr>
              <a:t>API명</a:t>
            </a:r>
            <a:endParaRPr sz="446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09" name="Google Shape;209;p23"/>
          <p:cNvSpPr txBox="1"/>
          <p:nvPr/>
        </p:nvSpPr>
        <p:spPr>
          <a:xfrm>
            <a:off x="960228" y="4007285"/>
            <a:ext cx="2891400" cy="198300"/>
          </a:xfrm>
          <a:prstGeom prst="rect">
            <a:avLst/>
          </a:prstGeom>
          <a:noFill/>
          <a:ln>
            <a:noFill/>
          </a:ln>
        </p:spPr>
        <p:txBody>
          <a:bodyPr anchorCtr="0" anchor="b" bIns="14525" lIns="29100" spcFirstLastPara="1" rIns="29100" wrap="square" tIns="14525">
            <a:noAutofit/>
          </a:bodyPr>
          <a:lstStyle/>
          <a:p>
            <a:pPr indent="0" lvl="0" marL="0" marR="0" rtl="0" algn="l">
              <a:lnSpc>
                <a:spcPct val="139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17">
                <a:solidFill>
                  <a:srgbClr val="0066FF"/>
                </a:solidFill>
                <a:latin typeface="Noto Sans KR"/>
                <a:ea typeface="Noto Sans KR"/>
                <a:cs typeface="Noto Sans KR"/>
                <a:sym typeface="Noto Sans KR"/>
              </a:rPr>
              <a:t>API명</a:t>
            </a:r>
            <a:endParaRPr sz="446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10" name="Google Shape;210;p23"/>
          <p:cNvSpPr txBox="1"/>
          <p:nvPr/>
        </p:nvSpPr>
        <p:spPr>
          <a:xfrm>
            <a:off x="315825" y="1153150"/>
            <a:ext cx="4129200" cy="4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5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72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※ </a:t>
            </a:r>
            <a:r>
              <a:rPr lang="ko" sz="721">
                <a:latin typeface="Noto Sans KR"/>
                <a:ea typeface="Noto Sans KR"/>
                <a:cs typeface="Noto Sans KR"/>
                <a:sym typeface="Noto Sans KR"/>
              </a:rPr>
              <a:t>서비스에 실제로 활용한 한국관광공사 OpenAPI 모두 작성, </a:t>
            </a:r>
            <a:br>
              <a:rPr lang="ko" sz="721"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ko" sz="721">
                <a:latin typeface="Noto Sans KR"/>
                <a:ea typeface="Noto Sans KR"/>
                <a:cs typeface="Noto Sans KR"/>
                <a:sym typeface="Noto Sans KR"/>
              </a:rPr>
              <a:t>    결과물 제출 구글폼 내 활용 API 선택 시 해당 소개자료에 작성한 리스트와 동일하게 선택하여 제출  </a:t>
            </a:r>
            <a:endParaRPr sz="721"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5" name="Google Shape;215;p24"/>
          <p:cNvCxnSpPr/>
          <p:nvPr/>
        </p:nvCxnSpPr>
        <p:spPr>
          <a:xfrm>
            <a:off x="270000" y="429333"/>
            <a:ext cx="86214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6" name="Google Shape;216;p24"/>
          <p:cNvSpPr txBox="1"/>
          <p:nvPr/>
        </p:nvSpPr>
        <p:spPr>
          <a:xfrm>
            <a:off x="270000" y="255665"/>
            <a:ext cx="60798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>
                <a:solidFill>
                  <a:srgbClr val="939393"/>
                </a:solidFill>
                <a:latin typeface="Gothic A1"/>
                <a:ea typeface="Gothic A1"/>
                <a:cs typeface="Gothic A1"/>
                <a:sym typeface="Gothic A1"/>
              </a:rPr>
              <a:t>서비스</a:t>
            </a:r>
            <a:r>
              <a:rPr lang="ko" sz="700">
                <a:solidFill>
                  <a:srgbClr val="939393"/>
                </a:solidFill>
                <a:latin typeface="Gothic A1"/>
                <a:ea typeface="Gothic A1"/>
                <a:cs typeface="Gothic A1"/>
                <a:sym typeface="Gothic A1"/>
              </a:rPr>
              <a:t> 소개</a:t>
            </a:r>
            <a:endParaRPr sz="700">
              <a:solidFill>
                <a:srgbClr val="939393"/>
              </a:solidFill>
              <a:latin typeface="Gothic A1"/>
              <a:ea typeface="Gothic A1"/>
              <a:cs typeface="Gothic A1"/>
              <a:sym typeface="Gothic A1"/>
            </a:endParaRPr>
          </a:p>
        </p:txBody>
      </p:sp>
      <p:sp>
        <p:nvSpPr>
          <p:cNvPr id="217" name="Google Shape;217;p24"/>
          <p:cNvSpPr txBox="1"/>
          <p:nvPr/>
        </p:nvSpPr>
        <p:spPr>
          <a:xfrm>
            <a:off x="236413" y="796141"/>
            <a:ext cx="420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solidFill>
                  <a:srgbClr val="0066FF"/>
                </a:solidFill>
                <a:latin typeface="Noto Sans KR"/>
                <a:ea typeface="Noto Sans KR"/>
                <a:cs typeface="Noto Sans KR"/>
                <a:sym typeface="Noto Sans KR"/>
              </a:rPr>
              <a:t>시행착오 &amp; 개선시도</a:t>
            </a:r>
            <a:endParaRPr b="1" sz="2000">
              <a:solidFill>
                <a:srgbClr val="0066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aphicFrame>
        <p:nvGraphicFramePr>
          <p:cNvPr id="218" name="Google Shape;218;p24"/>
          <p:cNvGraphicFramePr/>
          <p:nvPr/>
        </p:nvGraphicFramePr>
        <p:xfrm>
          <a:off x="236400" y="16901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{55826E36-F4B4-43C7-A6BA-13248B7EEA96}</a:tableStyleId>
              </a:tblPr>
              <a:tblGrid>
                <a:gridCol w="4208550"/>
              </a:tblGrid>
              <a:tr h="32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0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시행착오</a:t>
                      </a:r>
                      <a:endParaRPr b="1" sz="1000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477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1419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9" name="Google Shape;219;p24"/>
          <p:cNvSpPr txBox="1"/>
          <p:nvPr/>
        </p:nvSpPr>
        <p:spPr>
          <a:xfrm>
            <a:off x="236400" y="2014122"/>
            <a:ext cx="4208700" cy="8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0" spcFirstLastPara="1" rIns="0" wrap="square" tIns="180000">
            <a:noAutofit/>
          </a:bodyPr>
          <a:lstStyle/>
          <a:p>
            <a:pPr indent="-120650" lvl="0" marL="1397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Noto Sans KR"/>
              <a:buChar char="⬝"/>
            </a:pPr>
            <a:r>
              <a:rPr lang="ko" sz="1100">
                <a:latin typeface="Noto Sans KR"/>
                <a:ea typeface="Noto Sans KR"/>
                <a:cs typeface="Noto Sans KR"/>
                <a:sym typeface="Noto Sans KR"/>
              </a:rPr>
              <a:t>프롬프톤을 진행하면서 겪은 다양한 시행착오를 작성해주세요.</a:t>
            </a:r>
            <a:endParaRPr b="1" sz="11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aphicFrame>
        <p:nvGraphicFramePr>
          <p:cNvPr id="220" name="Google Shape;220;p24"/>
          <p:cNvGraphicFramePr/>
          <p:nvPr/>
        </p:nvGraphicFramePr>
        <p:xfrm>
          <a:off x="4699000" y="16901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{55826E36-F4B4-43C7-A6BA-13248B7EEA96}</a:tableStyleId>
              </a:tblPr>
              <a:tblGrid>
                <a:gridCol w="4208550"/>
              </a:tblGrid>
              <a:tr h="32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0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개선시도</a:t>
                      </a:r>
                      <a:endParaRPr b="1" sz="1000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477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1419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221" name="Google Shape;221;p24"/>
          <p:cNvPicPr preferRelativeResize="0"/>
          <p:nvPr/>
        </p:nvPicPr>
        <p:blipFill rotWithShape="1">
          <a:blip r:embed="rId3">
            <a:alphaModFix amt="8000"/>
          </a:blip>
          <a:srcRect b="0" l="0" r="0" t="0"/>
          <a:stretch/>
        </p:blipFill>
        <p:spPr>
          <a:xfrm>
            <a:off x="4627308" y="2241975"/>
            <a:ext cx="4059834" cy="48523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4"/>
          <p:cNvPicPr preferRelativeResize="0"/>
          <p:nvPr/>
        </p:nvPicPr>
        <p:blipFill rotWithShape="1">
          <a:blip r:embed="rId4">
            <a:alphaModFix amt="7990"/>
          </a:blip>
          <a:srcRect b="0" l="0" r="0" t="0"/>
          <a:stretch/>
        </p:blipFill>
        <p:spPr>
          <a:xfrm>
            <a:off x="4627308" y="2816175"/>
            <a:ext cx="4059834" cy="48523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4"/>
          <p:cNvPicPr preferRelativeResize="0"/>
          <p:nvPr/>
        </p:nvPicPr>
        <p:blipFill rotWithShape="1">
          <a:blip r:embed="rId3">
            <a:alphaModFix amt="8000"/>
          </a:blip>
          <a:srcRect b="0" l="0" r="0" t="0"/>
          <a:stretch/>
        </p:blipFill>
        <p:spPr>
          <a:xfrm>
            <a:off x="4627308" y="3390375"/>
            <a:ext cx="4059834" cy="48523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4"/>
          <p:cNvPicPr preferRelativeResize="0"/>
          <p:nvPr/>
        </p:nvPicPr>
        <p:blipFill rotWithShape="1">
          <a:blip r:embed="rId5">
            <a:alphaModFix amt="7990"/>
          </a:blip>
          <a:srcRect b="0" l="0" r="0" t="0"/>
          <a:stretch/>
        </p:blipFill>
        <p:spPr>
          <a:xfrm>
            <a:off x="4627308" y="3964575"/>
            <a:ext cx="4059834" cy="485239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4"/>
          <p:cNvSpPr txBox="1"/>
          <p:nvPr/>
        </p:nvSpPr>
        <p:spPr>
          <a:xfrm>
            <a:off x="5397600" y="2529075"/>
            <a:ext cx="3640500" cy="1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5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721">
                <a:latin typeface="Noto Sans KR"/>
                <a:ea typeface="Noto Sans KR"/>
                <a:cs typeface="Noto Sans KR"/>
                <a:sym typeface="Noto Sans KR"/>
              </a:rPr>
              <a:t>개선결과</a:t>
            </a:r>
            <a:endParaRPr sz="721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26" name="Google Shape;226;p24"/>
          <p:cNvSpPr txBox="1"/>
          <p:nvPr/>
        </p:nvSpPr>
        <p:spPr>
          <a:xfrm>
            <a:off x="5397596" y="3103284"/>
            <a:ext cx="3746400" cy="1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5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721">
                <a:latin typeface="Noto Sans KR"/>
                <a:ea typeface="Noto Sans KR"/>
                <a:cs typeface="Noto Sans KR"/>
                <a:sym typeface="Noto Sans KR"/>
              </a:rPr>
              <a:t>개선결과</a:t>
            </a:r>
            <a:endParaRPr sz="721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27" name="Google Shape;227;p24"/>
          <p:cNvSpPr txBox="1"/>
          <p:nvPr/>
        </p:nvSpPr>
        <p:spPr>
          <a:xfrm>
            <a:off x="5397596" y="3677484"/>
            <a:ext cx="3581400" cy="1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5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721">
                <a:latin typeface="Noto Sans KR"/>
                <a:ea typeface="Noto Sans KR"/>
                <a:cs typeface="Noto Sans KR"/>
                <a:sym typeface="Noto Sans KR"/>
              </a:rPr>
              <a:t>개선결과</a:t>
            </a:r>
            <a:endParaRPr sz="721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28" name="Google Shape;228;p24"/>
          <p:cNvSpPr txBox="1"/>
          <p:nvPr/>
        </p:nvSpPr>
        <p:spPr>
          <a:xfrm>
            <a:off x="5397596" y="4251684"/>
            <a:ext cx="3746400" cy="1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5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721">
                <a:latin typeface="Noto Sans KR"/>
                <a:ea typeface="Noto Sans KR"/>
                <a:cs typeface="Noto Sans KR"/>
                <a:sym typeface="Noto Sans KR"/>
              </a:rPr>
              <a:t>개선결과</a:t>
            </a:r>
            <a:endParaRPr sz="721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29" name="Google Shape;229;p24"/>
          <p:cNvSpPr txBox="1"/>
          <p:nvPr/>
        </p:nvSpPr>
        <p:spPr>
          <a:xfrm>
            <a:off x="4821405" y="2282412"/>
            <a:ext cx="331500" cy="4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4525" lIns="29100" spcFirstLastPara="1" rIns="29100" wrap="square" tIns="14525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2734" u="none" cap="none" strike="noStrike">
                <a:solidFill>
                  <a:srgbClr val="0066FF"/>
                </a:solidFill>
                <a:latin typeface="Noto Sans KR"/>
                <a:ea typeface="Noto Sans KR"/>
                <a:cs typeface="Noto Sans KR"/>
                <a:sym typeface="Noto Sans KR"/>
              </a:rPr>
              <a:t>1</a:t>
            </a:r>
            <a:endParaRPr b="1" sz="446">
              <a:solidFill>
                <a:srgbClr val="0066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30" name="Google Shape;230;p24"/>
          <p:cNvSpPr txBox="1"/>
          <p:nvPr/>
        </p:nvSpPr>
        <p:spPr>
          <a:xfrm>
            <a:off x="4821405" y="2856612"/>
            <a:ext cx="335400" cy="4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4525" lIns="29100" spcFirstLastPara="1" rIns="29100" wrap="square" tIns="14525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2734" u="none" cap="none" strike="noStrike">
                <a:solidFill>
                  <a:srgbClr val="0066FF"/>
                </a:solidFill>
                <a:latin typeface="Noto Sans KR"/>
                <a:ea typeface="Noto Sans KR"/>
                <a:cs typeface="Noto Sans KR"/>
                <a:sym typeface="Noto Sans KR"/>
              </a:rPr>
              <a:t>2</a:t>
            </a:r>
            <a:endParaRPr b="1" sz="446">
              <a:solidFill>
                <a:srgbClr val="0066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31" name="Google Shape;231;p24"/>
          <p:cNvSpPr txBox="1"/>
          <p:nvPr/>
        </p:nvSpPr>
        <p:spPr>
          <a:xfrm>
            <a:off x="4817361" y="3426768"/>
            <a:ext cx="339900" cy="4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4525" lIns="29100" spcFirstLastPara="1" rIns="29100" wrap="square" tIns="14525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2734" u="none" cap="none" strike="noStrike">
                <a:solidFill>
                  <a:srgbClr val="0066FF"/>
                </a:solidFill>
                <a:latin typeface="Noto Sans KR"/>
                <a:ea typeface="Noto Sans KR"/>
                <a:cs typeface="Noto Sans KR"/>
                <a:sym typeface="Noto Sans KR"/>
              </a:rPr>
              <a:t>3</a:t>
            </a:r>
            <a:endParaRPr b="1" sz="446">
              <a:solidFill>
                <a:srgbClr val="0066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32" name="Google Shape;232;p24"/>
          <p:cNvSpPr txBox="1"/>
          <p:nvPr/>
        </p:nvSpPr>
        <p:spPr>
          <a:xfrm>
            <a:off x="4817361" y="4000968"/>
            <a:ext cx="343800" cy="4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4525" lIns="29100" spcFirstLastPara="1" rIns="29100" wrap="square" tIns="14525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2734" u="none" cap="none" strike="noStrike">
                <a:solidFill>
                  <a:srgbClr val="0066FF"/>
                </a:solidFill>
                <a:latin typeface="Noto Sans KR"/>
                <a:ea typeface="Noto Sans KR"/>
                <a:cs typeface="Noto Sans KR"/>
                <a:sym typeface="Noto Sans KR"/>
              </a:rPr>
              <a:t>4</a:t>
            </a:r>
            <a:endParaRPr b="1" sz="446">
              <a:solidFill>
                <a:srgbClr val="0066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33" name="Google Shape;233;p24"/>
          <p:cNvSpPr txBox="1"/>
          <p:nvPr/>
        </p:nvSpPr>
        <p:spPr>
          <a:xfrm>
            <a:off x="5351128" y="2330936"/>
            <a:ext cx="2943600" cy="198300"/>
          </a:xfrm>
          <a:prstGeom prst="rect">
            <a:avLst/>
          </a:prstGeom>
          <a:noFill/>
          <a:ln>
            <a:noFill/>
          </a:ln>
        </p:spPr>
        <p:txBody>
          <a:bodyPr anchorCtr="0" anchor="b" bIns="14525" lIns="29100" spcFirstLastPara="1" rIns="29100" wrap="square" tIns="14525">
            <a:noAutofit/>
          </a:bodyPr>
          <a:lstStyle/>
          <a:p>
            <a:pPr indent="0" lvl="0" marL="0" marR="0" rtl="0" algn="l">
              <a:lnSpc>
                <a:spcPct val="139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17">
                <a:solidFill>
                  <a:srgbClr val="0066FF"/>
                </a:solidFill>
                <a:latin typeface="Noto Sans KR"/>
                <a:ea typeface="Noto Sans KR"/>
                <a:cs typeface="Noto Sans KR"/>
                <a:sym typeface="Noto Sans KR"/>
              </a:rPr>
              <a:t>개선시도</a:t>
            </a:r>
            <a:endParaRPr sz="446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34" name="Google Shape;234;p24"/>
          <p:cNvSpPr txBox="1"/>
          <p:nvPr/>
        </p:nvSpPr>
        <p:spPr>
          <a:xfrm>
            <a:off x="5351128" y="2905136"/>
            <a:ext cx="2996100" cy="198300"/>
          </a:xfrm>
          <a:prstGeom prst="rect">
            <a:avLst/>
          </a:prstGeom>
          <a:noFill/>
          <a:ln>
            <a:noFill/>
          </a:ln>
        </p:spPr>
        <p:txBody>
          <a:bodyPr anchorCtr="0" anchor="b" bIns="14525" lIns="29100" spcFirstLastPara="1" rIns="29100" wrap="square" tIns="14525">
            <a:noAutofit/>
          </a:bodyPr>
          <a:lstStyle/>
          <a:p>
            <a:pPr indent="0" lvl="0" marL="0" rtl="0" algn="l">
              <a:lnSpc>
                <a:spcPct val="139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17">
                <a:solidFill>
                  <a:srgbClr val="0066FF"/>
                </a:solidFill>
                <a:latin typeface="Noto Sans KR"/>
                <a:ea typeface="Noto Sans KR"/>
                <a:cs typeface="Noto Sans KR"/>
                <a:sym typeface="Noto Sans KR"/>
              </a:rPr>
              <a:t>개선시도</a:t>
            </a:r>
            <a:endParaRPr sz="1117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35" name="Google Shape;235;p24"/>
          <p:cNvSpPr txBox="1"/>
          <p:nvPr/>
        </p:nvSpPr>
        <p:spPr>
          <a:xfrm>
            <a:off x="5351128" y="3479335"/>
            <a:ext cx="2923500" cy="198300"/>
          </a:xfrm>
          <a:prstGeom prst="rect">
            <a:avLst/>
          </a:prstGeom>
          <a:noFill/>
          <a:ln>
            <a:noFill/>
          </a:ln>
        </p:spPr>
        <p:txBody>
          <a:bodyPr anchorCtr="0" anchor="b" bIns="14525" lIns="29100" spcFirstLastPara="1" rIns="29100" wrap="square" tIns="14525">
            <a:noAutofit/>
          </a:bodyPr>
          <a:lstStyle/>
          <a:p>
            <a:pPr indent="0" lvl="0" marL="0" marR="0" rtl="0" algn="l">
              <a:lnSpc>
                <a:spcPct val="139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17">
                <a:solidFill>
                  <a:srgbClr val="0066FF"/>
                </a:solidFill>
                <a:latin typeface="Noto Sans KR"/>
                <a:ea typeface="Noto Sans KR"/>
                <a:cs typeface="Noto Sans KR"/>
                <a:sym typeface="Noto Sans KR"/>
              </a:rPr>
              <a:t>개선시도</a:t>
            </a:r>
            <a:endParaRPr sz="446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36" name="Google Shape;236;p24"/>
          <p:cNvSpPr txBox="1"/>
          <p:nvPr/>
        </p:nvSpPr>
        <p:spPr>
          <a:xfrm>
            <a:off x="5351128" y="4053535"/>
            <a:ext cx="2891400" cy="198300"/>
          </a:xfrm>
          <a:prstGeom prst="rect">
            <a:avLst/>
          </a:prstGeom>
          <a:noFill/>
          <a:ln>
            <a:noFill/>
          </a:ln>
        </p:spPr>
        <p:txBody>
          <a:bodyPr anchorCtr="0" anchor="b" bIns="14525" lIns="29100" spcFirstLastPara="1" rIns="29100" wrap="square" tIns="14525">
            <a:noAutofit/>
          </a:bodyPr>
          <a:lstStyle/>
          <a:p>
            <a:pPr indent="0" lvl="0" marL="0" marR="0" rtl="0" algn="l">
              <a:lnSpc>
                <a:spcPct val="139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17">
                <a:solidFill>
                  <a:srgbClr val="0066FF"/>
                </a:solidFill>
                <a:latin typeface="Noto Sans KR"/>
                <a:ea typeface="Noto Sans KR"/>
                <a:cs typeface="Noto Sans KR"/>
                <a:sym typeface="Noto Sans KR"/>
              </a:rPr>
              <a:t>개선시도</a:t>
            </a:r>
            <a:endParaRPr sz="446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1" name="Google Shape;241;p25"/>
          <p:cNvCxnSpPr/>
          <p:nvPr/>
        </p:nvCxnSpPr>
        <p:spPr>
          <a:xfrm>
            <a:off x="270000" y="429333"/>
            <a:ext cx="86214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2" name="Google Shape;242;p25"/>
          <p:cNvSpPr txBox="1"/>
          <p:nvPr/>
        </p:nvSpPr>
        <p:spPr>
          <a:xfrm>
            <a:off x="270000" y="255665"/>
            <a:ext cx="60798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>
                <a:solidFill>
                  <a:srgbClr val="939393"/>
                </a:solidFill>
                <a:latin typeface="Gothic A1"/>
                <a:ea typeface="Gothic A1"/>
                <a:cs typeface="Gothic A1"/>
                <a:sym typeface="Gothic A1"/>
              </a:rPr>
              <a:t>서비스</a:t>
            </a:r>
            <a:r>
              <a:rPr lang="ko" sz="700">
                <a:solidFill>
                  <a:srgbClr val="939393"/>
                </a:solidFill>
                <a:latin typeface="Gothic A1"/>
                <a:ea typeface="Gothic A1"/>
                <a:cs typeface="Gothic A1"/>
                <a:sym typeface="Gothic A1"/>
              </a:rPr>
              <a:t> 소개</a:t>
            </a:r>
            <a:endParaRPr sz="700">
              <a:solidFill>
                <a:srgbClr val="939393"/>
              </a:solidFill>
              <a:latin typeface="Gothic A1"/>
              <a:ea typeface="Gothic A1"/>
              <a:cs typeface="Gothic A1"/>
              <a:sym typeface="Gothic A1"/>
            </a:endParaRPr>
          </a:p>
        </p:txBody>
      </p:sp>
      <p:sp>
        <p:nvSpPr>
          <p:cNvPr id="243" name="Google Shape;243;p25"/>
          <p:cNvSpPr txBox="1"/>
          <p:nvPr/>
        </p:nvSpPr>
        <p:spPr>
          <a:xfrm>
            <a:off x="236413" y="796141"/>
            <a:ext cx="420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solidFill>
                  <a:srgbClr val="0066FF"/>
                </a:solidFill>
                <a:latin typeface="Noto Sans KR"/>
                <a:ea typeface="Noto Sans KR"/>
                <a:cs typeface="Noto Sans KR"/>
                <a:sym typeface="Noto Sans KR"/>
              </a:rPr>
              <a:t>우리 팀 </a:t>
            </a:r>
            <a:r>
              <a:rPr b="1" lang="ko" sz="2000">
                <a:solidFill>
                  <a:srgbClr val="0066FF"/>
                </a:solidFill>
                <a:latin typeface="Noto Sans KR"/>
                <a:ea typeface="Noto Sans KR"/>
                <a:cs typeface="Noto Sans KR"/>
                <a:sym typeface="Noto Sans KR"/>
              </a:rPr>
              <a:t>서비스</a:t>
            </a:r>
            <a:r>
              <a:rPr b="1" lang="ko" sz="2000">
                <a:solidFill>
                  <a:srgbClr val="0066FF"/>
                </a:solidFill>
                <a:latin typeface="Noto Sans KR"/>
                <a:ea typeface="Noto Sans KR"/>
                <a:cs typeface="Noto Sans KR"/>
                <a:sym typeface="Noto Sans KR"/>
              </a:rPr>
              <a:t>를 마무리하며</a:t>
            </a:r>
            <a:endParaRPr b="1" sz="2000">
              <a:solidFill>
                <a:srgbClr val="0066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244" name="Google Shape;244;p25"/>
          <p:cNvCxnSpPr/>
          <p:nvPr/>
        </p:nvCxnSpPr>
        <p:spPr>
          <a:xfrm rot="10800000">
            <a:off x="4580700" y="1484698"/>
            <a:ext cx="0" cy="32982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5" name="Google Shape;245;p25"/>
          <p:cNvSpPr txBox="1"/>
          <p:nvPr/>
        </p:nvSpPr>
        <p:spPr>
          <a:xfrm>
            <a:off x="236413" y="1666641"/>
            <a:ext cx="420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7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기대효과 &amp; </a:t>
            </a:r>
            <a:r>
              <a:rPr b="1" lang="ko" sz="17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발전계획</a:t>
            </a:r>
            <a:endParaRPr b="1" sz="17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46" name="Google Shape;246;p25"/>
          <p:cNvSpPr txBox="1"/>
          <p:nvPr/>
        </p:nvSpPr>
        <p:spPr>
          <a:xfrm>
            <a:off x="236425" y="2173850"/>
            <a:ext cx="4269300" cy="21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-3238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Noto Sans KR"/>
              <a:buChar char="●"/>
            </a:pPr>
            <a:r>
              <a:rPr lang="ko" sz="1500">
                <a:latin typeface="Noto Sans KR"/>
                <a:ea typeface="Noto Sans KR"/>
                <a:cs typeface="Noto Sans KR"/>
                <a:sym typeface="Noto Sans KR"/>
              </a:rPr>
              <a:t>우리 서비스의 기대효과를</a:t>
            </a:r>
            <a:endParaRPr sz="1500"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2385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Noto Sans KR"/>
              <a:buChar char="○"/>
            </a:pPr>
            <a:r>
              <a:rPr lang="ko" sz="1500">
                <a:latin typeface="Noto Sans KR"/>
                <a:ea typeface="Noto Sans KR"/>
                <a:cs typeface="Noto Sans KR"/>
                <a:sym typeface="Noto Sans KR"/>
              </a:rPr>
              <a:t>제품 관점 (Product)</a:t>
            </a:r>
            <a:endParaRPr sz="1500"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2385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Noto Sans KR"/>
              <a:buChar char="○"/>
            </a:pPr>
            <a:r>
              <a:rPr lang="ko" sz="1500">
                <a:latin typeface="Noto Sans KR"/>
                <a:ea typeface="Noto Sans KR"/>
                <a:cs typeface="Noto Sans KR"/>
                <a:sym typeface="Noto Sans KR"/>
              </a:rPr>
              <a:t>사업 관점 (Business)</a:t>
            </a:r>
            <a:endParaRPr sz="1500"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2385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Noto Sans KR"/>
              <a:buChar char="○"/>
            </a:pPr>
            <a:r>
              <a:rPr lang="ko" sz="1500">
                <a:latin typeface="Noto Sans KR"/>
                <a:ea typeface="Noto Sans KR"/>
                <a:cs typeface="Noto Sans KR"/>
                <a:sym typeface="Noto Sans KR"/>
              </a:rPr>
              <a:t>기술 관점 (Technology)</a:t>
            </a:r>
            <a:endParaRPr sz="1500"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2385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Noto Sans KR"/>
              <a:buChar char="○"/>
            </a:pPr>
            <a:r>
              <a:rPr lang="ko" sz="1500">
                <a:latin typeface="Noto Sans KR"/>
                <a:ea typeface="Noto Sans KR"/>
                <a:cs typeface="Noto Sans KR"/>
                <a:sym typeface="Noto Sans KR"/>
              </a:rPr>
              <a:t>기대효과와 발전계획을 제품, 사업, 기술 등 다양한 관점에서 작성해주세요.</a:t>
            </a:r>
            <a:endParaRPr sz="15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47" name="Google Shape;247;p25"/>
          <p:cNvSpPr txBox="1"/>
          <p:nvPr/>
        </p:nvSpPr>
        <p:spPr>
          <a:xfrm>
            <a:off x="4791178" y="1666641"/>
            <a:ext cx="420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7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우리 팀 소감</a:t>
            </a:r>
            <a:endParaRPr b="1" sz="17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48" name="Google Shape;248;p25"/>
          <p:cNvSpPr txBox="1"/>
          <p:nvPr/>
        </p:nvSpPr>
        <p:spPr>
          <a:xfrm>
            <a:off x="4791191" y="2173850"/>
            <a:ext cx="4269300" cy="10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-3238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Noto Sans KR"/>
              <a:buChar char="●"/>
            </a:pPr>
            <a:r>
              <a:rPr lang="ko" sz="1500">
                <a:latin typeface="Noto Sans KR"/>
                <a:ea typeface="Noto Sans KR"/>
                <a:cs typeface="Noto Sans KR"/>
                <a:sym typeface="Noto Sans KR"/>
              </a:rPr>
              <a:t>팀원별 참여 소감</a:t>
            </a:r>
            <a:endParaRPr sz="1500"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238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Noto Sans KR"/>
              <a:buChar char="●"/>
            </a:pPr>
            <a:r>
              <a:rPr lang="ko" sz="1500">
                <a:latin typeface="Noto Sans KR"/>
                <a:ea typeface="Noto Sans KR"/>
                <a:cs typeface="Noto Sans KR"/>
                <a:sym typeface="Noto Sans KR"/>
              </a:rPr>
              <a:t>생성형 AI 사용 후기 등 </a:t>
            </a:r>
            <a:endParaRPr sz="1500"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238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Noto Sans KR"/>
              <a:buChar char="●"/>
            </a:pPr>
            <a:r>
              <a:rPr lang="ko" sz="1500">
                <a:latin typeface="Noto Sans KR"/>
                <a:ea typeface="Noto Sans KR"/>
                <a:cs typeface="Noto Sans KR"/>
                <a:sym typeface="Noto Sans KR"/>
              </a:rPr>
              <a:t>자유롭게 작성해주시면 됩니다.</a:t>
            </a:r>
            <a:endParaRPr sz="1500"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